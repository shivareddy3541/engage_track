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7" r:id="rId2"/>
    <p:sldId id="268" r:id="rId3"/>
    <p:sldId id="269" r:id="rId4"/>
    <p:sldId id="265" r:id="rId5"/>
    <p:sldId id="260" r:id="rId6"/>
    <p:sldId id="280" r:id="rId7"/>
    <p:sldId id="261" r:id="rId8"/>
    <p:sldId id="264" r:id="rId9"/>
    <p:sldId id="266" r:id="rId10"/>
    <p:sldId id="571" r:id="rId11"/>
    <p:sldId id="283" r:id="rId12"/>
    <p:sldId id="572" r:id="rId13"/>
    <p:sldId id="573" r:id="rId14"/>
    <p:sldId id="574" r:id="rId15"/>
    <p:sldId id="575" r:id="rId16"/>
    <p:sldId id="576" r:id="rId17"/>
    <p:sldId id="577" r:id="rId18"/>
    <p:sldId id="578" r:id="rId19"/>
    <p:sldId id="579" r:id="rId20"/>
    <p:sldId id="580" r:id="rId21"/>
    <p:sldId id="581" r:id="rId22"/>
    <p:sldId id="279" r:id="rId23"/>
    <p:sldId id="582" r:id="rId24"/>
    <p:sldId id="553" r:id="rId25"/>
    <p:sldId id="584" r:id="rId26"/>
    <p:sldId id="583" r:id="rId27"/>
    <p:sldId id="585" r:id="rId28"/>
    <p:sldId id="559" r:id="rId29"/>
    <p:sldId id="586" r:id="rId30"/>
    <p:sldId id="556" r:id="rId31"/>
    <p:sldId id="587" r:id="rId32"/>
    <p:sldId id="588" r:id="rId33"/>
    <p:sldId id="589" r:id="rId34"/>
    <p:sldId id="590" r:id="rId35"/>
    <p:sldId id="37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BD290E-FF84-45E1-A8FB-0EB5ABFFA809}" v="69" dt="2026-07-26T18:40:37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kala Vivek Reddy" userId="b401f466d5ede7c0" providerId="LiveId" clId="{16511E2D-9437-424F-96A7-209FE0BD2D14}"/>
    <pc:docChg chg="undo custSel delSld modSld">
      <pc:chgData name="Etikala Vivek Reddy" userId="b401f466d5ede7c0" providerId="LiveId" clId="{16511E2D-9437-424F-96A7-209FE0BD2D14}" dt="2026-07-26T18:44:23.332" v="1686" actId="207"/>
      <pc:docMkLst>
        <pc:docMk/>
      </pc:docMkLst>
      <pc:sldChg chg="modSp mod">
        <pc:chgData name="Etikala Vivek Reddy" userId="b401f466d5ede7c0" providerId="LiveId" clId="{16511E2D-9437-424F-96A7-209FE0BD2D14}" dt="2026-07-26T11:38:02.301" v="416" actId="14100"/>
        <pc:sldMkLst>
          <pc:docMk/>
          <pc:sldMk cId="0" sldId="260"/>
        </pc:sldMkLst>
        <pc:spChg chg="mod">
          <ac:chgData name="Etikala Vivek Reddy" userId="b401f466d5ede7c0" providerId="LiveId" clId="{16511E2D-9437-424F-96A7-209FE0BD2D14}" dt="2026-07-26T11:38:02.301" v="416" actId="14100"/>
          <ac:spMkLst>
            <pc:docMk/>
            <pc:sldMk cId="0" sldId="260"/>
            <ac:spMk id="1048601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49:35.126" v="555" actId="20577"/>
        <pc:sldMkLst>
          <pc:docMk/>
          <pc:sldMk cId="0" sldId="261"/>
        </pc:sldMkLst>
        <pc:spChg chg="mod">
          <ac:chgData name="Etikala Vivek Reddy" userId="b401f466d5ede7c0" providerId="LiveId" clId="{16511E2D-9437-424F-96A7-209FE0BD2D14}" dt="2026-07-26T11:49:35.126" v="555" actId="20577"/>
          <ac:spMkLst>
            <pc:docMk/>
            <pc:sldMk cId="0" sldId="261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57:38.772" v="626" actId="14100"/>
        <pc:sldMkLst>
          <pc:docMk/>
          <pc:sldMk cId="551332397" sldId="264"/>
        </pc:sldMkLst>
        <pc:spChg chg="mod">
          <ac:chgData name="Etikala Vivek Reddy" userId="b401f466d5ede7c0" providerId="LiveId" clId="{16511E2D-9437-424F-96A7-209FE0BD2D14}" dt="2026-07-26T11:57:38.772" v="626" actId="14100"/>
          <ac:spMkLst>
            <pc:docMk/>
            <pc:sldMk cId="551332397" sldId="264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30:37.681" v="290" actId="1076"/>
        <pc:sldMkLst>
          <pc:docMk/>
          <pc:sldMk cId="20243555" sldId="265"/>
        </pc:sldMkLst>
        <pc:spChg chg="mod">
          <ac:chgData name="Etikala Vivek Reddy" userId="b401f466d5ede7c0" providerId="LiveId" clId="{16511E2D-9437-424F-96A7-209FE0BD2D14}" dt="2026-07-26T11:30:37.681" v="290" actId="1076"/>
          <ac:spMkLst>
            <pc:docMk/>
            <pc:sldMk cId="20243555" sldId="265"/>
            <ac:spMk id="3" creationId="{05AEC0F1-9C19-B677-F392-2831CD230FC5}"/>
          </ac:spMkLst>
        </pc:spChg>
      </pc:sldChg>
      <pc:sldChg chg="modSp mod">
        <pc:chgData name="Etikala Vivek Reddy" userId="b401f466d5ede7c0" providerId="LiveId" clId="{16511E2D-9437-424F-96A7-209FE0BD2D14}" dt="2026-07-26T11:57:49.130" v="629" actId="5793"/>
        <pc:sldMkLst>
          <pc:docMk/>
          <pc:sldMk cId="4125644318" sldId="266"/>
        </pc:sldMkLst>
        <pc:spChg chg="mod">
          <ac:chgData name="Etikala Vivek Reddy" userId="b401f466d5ede7c0" providerId="LiveId" clId="{16511E2D-9437-424F-96A7-209FE0BD2D14}" dt="2026-07-26T11:57:49.130" v="629" actId="5793"/>
          <ac:spMkLst>
            <pc:docMk/>
            <pc:sldMk cId="4125644318" sldId="266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8:41:37.748" v="1682" actId="207"/>
        <pc:sldMkLst>
          <pc:docMk/>
          <pc:sldMk cId="0" sldId="267"/>
        </pc:sldMkLst>
        <pc:spChg chg="mod">
          <ac:chgData name="Etikala Vivek Reddy" userId="b401f466d5ede7c0" providerId="LiveId" clId="{16511E2D-9437-424F-96A7-209FE0BD2D14}" dt="2026-07-26T11:19:44.470" v="97" actId="20577"/>
          <ac:spMkLst>
            <pc:docMk/>
            <pc:sldMk cId="0" sldId="267"/>
            <ac:spMk id="2" creationId="{A0D7C4CA-CA81-45E7-831F-559F5E30F6E2}"/>
          </ac:spMkLst>
        </pc:spChg>
        <pc:spChg chg="mod">
          <ac:chgData name="Etikala Vivek Reddy" userId="b401f466d5ede7c0" providerId="LiveId" clId="{16511E2D-9437-424F-96A7-209FE0BD2D14}" dt="2026-07-26T11:20:24.276" v="211" actId="20577"/>
          <ac:spMkLst>
            <pc:docMk/>
            <pc:sldMk cId="0" sldId="267"/>
            <ac:spMk id="10" creationId="{702890B3-702A-4378-8ABF-40CCB19A72E6}"/>
          </ac:spMkLst>
        </pc:spChg>
        <pc:spChg chg="mod">
          <ac:chgData name="Etikala Vivek Reddy" userId="b401f466d5ede7c0" providerId="LiveId" clId="{16511E2D-9437-424F-96A7-209FE0BD2D14}" dt="2026-07-26T18:41:37.748" v="1682" actId="207"/>
          <ac:spMkLst>
            <pc:docMk/>
            <pc:sldMk cId="0" sldId="267"/>
            <ac:spMk id="1048587" creationId="{00000000-0000-0000-0000-000000000000}"/>
          </ac:spMkLst>
        </pc:spChg>
        <pc:spChg chg="mod">
          <ac:chgData name="Etikala Vivek Reddy" userId="b401f466d5ede7c0" providerId="LiveId" clId="{16511E2D-9437-424F-96A7-209FE0BD2D14}" dt="2026-07-26T11:20:34.688" v="238" actId="20577"/>
          <ac:spMkLst>
            <pc:docMk/>
            <pc:sldMk cId="0" sldId="267"/>
            <ac:spMk id="1048590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1:33:52.348" v="316" actId="2711"/>
        <pc:sldMkLst>
          <pc:docMk/>
          <pc:sldMk cId="0" sldId="268"/>
        </pc:sldMkLst>
        <pc:spChg chg="mod">
          <ac:chgData name="Etikala Vivek Reddy" userId="b401f466d5ede7c0" providerId="LiveId" clId="{16511E2D-9437-424F-96A7-209FE0BD2D14}" dt="2026-07-26T11:33:52.348" v="316" actId="2711"/>
          <ac:spMkLst>
            <pc:docMk/>
            <pc:sldMk cId="0" sldId="268"/>
            <ac:spMk id="3" creationId="{9368D1A8-A519-5053-F2C1-F5AFA988EC4C}"/>
          </ac:spMkLst>
        </pc:spChg>
      </pc:sldChg>
      <pc:sldChg chg="modSp mod">
        <pc:chgData name="Etikala Vivek Reddy" userId="b401f466d5ede7c0" providerId="LiveId" clId="{16511E2D-9437-424F-96A7-209FE0BD2D14}" dt="2026-07-26T11:28:20.201" v="278" actId="14100"/>
        <pc:sldMkLst>
          <pc:docMk/>
          <pc:sldMk cId="0" sldId="269"/>
        </pc:sldMkLst>
        <pc:spChg chg="mod">
          <ac:chgData name="Etikala Vivek Reddy" userId="b401f466d5ede7c0" providerId="LiveId" clId="{16511E2D-9437-424F-96A7-209FE0BD2D14}" dt="2026-07-26T11:28:20.201" v="278" actId="14100"/>
          <ac:spMkLst>
            <pc:docMk/>
            <pc:sldMk cId="0" sldId="269"/>
            <ac:spMk id="1048595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7:18:03.841" v="787" actId="5793"/>
        <pc:sldMkLst>
          <pc:docMk/>
          <pc:sldMk cId="4189435167" sldId="279"/>
        </pc:sldMkLst>
        <pc:spChg chg="mod">
          <ac:chgData name="Etikala Vivek Reddy" userId="b401f466d5ede7c0" providerId="LiveId" clId="{16511E2D-9437-424F-96A7-209FE0BD2D14}" dt="2026-07-26T17:18:03.841" v="787" actId="5793"/>
          <ac:spMkLst>
            <pc:docMk/>
            <pc:sldMk cId="4189435167" sldId="279"/>
            <ac:spMk id="3" creationId="{5569CA09-3D9D-4F87-6A61-0850148D93B3}"/>
          </ac:spMkLst>
        </pc:spChg>
      </pc:sldChg>
      <pc:sldChg chg="modSp mod">
        <pc:chgData name="Etikala Vivek Reddy" userId="b401f466d5ede7c0" providerId="LiveId" clId="{16511E2D-9437-424F-96A7-209FE0BD2D14}" dt="2026-07-26T11:45:47.222" v="462" actId="27636"/>
        <pc:sldMkLst>
          <pc:docMk/>
          <pc:sldMk cId="2311390377" sldId="280"/>
        </pc:sldMkLst>
        <pc:spChg chg="mod">
          <ac:chgData name="Etikala Vivek Reddy" userId="b401f466d5ede7c0" providerId="LiveId" clId="{16511E2D-9437-424F-96A7-209FE0BD2D14}" dt="2026-07-26T11:45:47.222" v="462" actId="27636"/>
          <ac:spMkLst>
            <pc:docMk/>
            <pc:sldMk cId="2311390377" sldId="280"/>
            <ac:spMk id="1048601" creationId="{00000000-0000-0000-0000-000000000000}"/>
          </ac:spMkLst>
        </pc:spChg>
      </pc:sldChg>
      <pc:sldChg chg="modSp del mod">
        <pc:chgData name="Etikala Vivek Reddy" userId="b401f466d5ede7c0" providerId="LiveId" clId="{16511E2D-9437-424F-96A7-209FE0BD2D14}" dt="2026-07-26T11:58:17.723" v="630" actId="2696"/>
        <pc:sldMkLst>
          <pc:docMk/>
          <pc:sldMk cId="2754493730" sldId="281"/>
        </pc:sldMkLst>
        <pc:spChg chg="mod">
          <ac:chgData name="Etikala Vivek Reddy" userId="b401f466d5ede7c0" providerId="LiveId" clId="{16511E2D-9437-424F-96A7-209FE0BD2D14}" dt="2026-07-26T11:52:24.835" v="556" actId="20577"/>
          <ac:spMkLst>
            <pc:docMk/>
            <pc:sldMk cId="2754493730" sldId="281"/>
            <ac:spMk id="1048604" creationId="{00000000-0000-0000-0000-000000000000}"/>
          </ac:spMkLst>
        </pc:spChg>
      </pc:sldChg>
      <pc:sldChg chg="modSp mod">
        <pc:chgData name="Etikala Vivek Reddy" userId="b401f466d5ede7c0" providerId="LiveId" clId="{16511E2D-9437-424F-96A7-209FE0BD2D14}" dt="2026-07-26T16:49:04.293" v="688" actId="1076"/>
        <pc:sldMkLst>
          <pc:docMk/>
          <pc:sldMk cId="1183924830" sldId="283"/>
        </pc:sldMkLst>
        <pc:spChg chg="mod">
          <ac:chgData name="Etikala Vivek Reddy" userId="b401f466d5ede7c0" providerId="LiveId" clId="{16511E2D-9437-424F-96A7-209FE0BD2D14}" dt="2026-07-26T16:49:04.293" v="688" actId="1076"/>
          <ac:spMkLst>
            <pc:docMk/>
            <pc:sldMk cId="1183924830" sldId="283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8:44:23.332" v="1686" actId="207"/>
        <pc:sldMkLst>
          <pc:docMk/>
          <pc:sldMk cId="0" sldId="370"/>
        </pc:sldMkLst>
        <pc:spChg chg="add mod">
          <ac:chgData name="Etikala Vivek Reddy" userId="b401f466d5ede7c0" providerId="LiveId" clId="{16511E2D-9437-424F-96A7-209FE0BD2D14}" dt="2026-07-26T18:44:23.332" v="1686" actId="207"/>
          <ac:spMkLst>
            <pc:docMk/>
            <pc:sldMk cId="0" sldId="370"/>
            <ac:spMk id="2" creationId="{BA49003B-7230-3AD7-5606-69538A9164A1}"/>
          </ac:spMkLst>
        </pc:spChg>
        <pc:spChg chg="mod">
          <ac:chgData name="Etikala Vivek Reddy" userId="b401f466d5ede7c0" providerId="LiveId" clId="{16511E2D-9437-424F-96A7-209FE0BD2D14}" dt="2026-07-26T18:28:06.418" v="1484" actId="20577"/>
          <ac:spMkLst>
            <pc:docMk/>
            <pc:sldMk cId="0" sldId="370"/>
            <ac:spMk id="6" creationId="{00000000-0000-0000-0000-000000000000}"/>
          </ac:spMkLst>
        </pc:spChg>
        <pc:spChg chg="del">
          <ac:chgData name="Etikala Vivek Reddy" userId="b401f466d5ede7c0" providerId="LiveId" clId="{16511E2D-9437-424F-96A7-209FE0BD2D14}" dt="2026-07-26T18:27:18.828" v="1477" actId="478"/>
          <ac:spMkLst>
            <pc:docMk/>
            <pc:sldMk cId="0" sldId="370"/>
            <ac:spMk id="9" creationId="{07B176E3-0E4A-4053-B7DA-7140035E87FC}"/>
          </ac:spMkLst>
        </pc:spChg>
      </pc:sldChg>
      <pc:sldChg chg="addSp delSp modSp mod">
        <pc:chgData name="Etikala Vivek Reddy" userId="b401f466d5ede7c0" providerId="LiveId" clId="{16511E2D-9437-424F-96A7-209FE0BD2D14}" dt="2026-07-26T17:51:06.891" v="954" actId="1076"/>
        <pc:sldMkLst>
          <pc:docMk/>
          <pc:sldMk cId="3511477135" sldId="553"/>
        </pc:sldMkLst>
        <pc:spChg chg="add mod">
          <ac:chgData name="Etikala Vivek Reddy" userId="b401f466d5ede7c0" providerId="LiveId" clId="{16511E2D-9437-424F-96A7-209FE0BD2D14}" dt="2026-07-26T17:50:22.438" v="947" actId="1076"/>
          <ac:spMkLst>
            <pc:docMk/>
            <pc:sldMk cId="3511477135" sldId="553"/>
            <ac:spMk id="5" creationId="{781C4745-E59A-EB51-1AC8-AC452C1970A9}"/>
          </ac:spMkLst>
        </pc:spChg>
        <pc:spChg chg="add mod">
          <ac:chgData name="Etikala Vivek Reddy" userId="b401f466d5ede7c0" providerId="LiveId" clId="{16511E2D-9437-424F-96A7-209FE0BD2D14}" dt="2026-07-26T17:49:53.278" v="940"/>
          <ac:spMkLst>
            <pc:docMk/>
            <pc:sldMk cId="3511477135" sldId="553"/>
            <ac:spMk id="8" creationId="{C2945A46-404D-AD4A-C640-F8E4F5A6E8FB}"/>
          </ac:spMkLst>
        </pc:spChg>
        <pc:spChg chg="add mod">
          <ac:chgData name="Etikala Vivek Reddy" userId="b401f466d5ede7c0" providerId="LiveId" clId="{16511E2D-9437-424F-96A7-209FE0BD2D14}" dt="2026-07-26T17:50:16.486" v="946" actId="1076"/>
          <ac:spMkLst>
            <pc:docMk/>
            <pc:sldMk cId="3511477135" sldId="553"/>
            <ac:spMk id="10" creationId="{C71ED8A0-2108-9AAC-4FBE-EB7DD18647D3}"/>
          </ac:spMkLst>
        </pc:spChg>
        <pc:spChg chg="add mod">
          <ac:chgData name="Etikala Vivek Reddy" userId="b401f466d5ede7c0" providerId="LiveId" clId="{16511E2D-9437-424F-96A7-209FE0BD2D14}" dt="2026-07-26T17:51:06.891" v="954" actId="1076"/>
          <ac:spMkLst>
            <pc:docMk/>
            <pc:sldMk cId="3511477135" sldId="553"/>
            <ac:spMk id="12" creationId="{A5371A8B-FC27-E8BA-97DF-92DBE30FD0F3}"/>
          </ac:spMkLst>
        </pc:spChg>
        <pc:picChg chg="del">
          <ac:chgData name="Etikala Vivek Reddy" userId="b401f466d5ede7c0" providerId="LiveId" clId="{16511E2D-9437-424F-96A7-209FE0BD2D14}" dt="2026-07-26T17:18:52.497" v="790" actId="478"/>
          <ac:picMkLst>
            <pc:docMk/>
            <pc:sldMk cId="3511477135" sldId="553"/>
            <ac:picMk id="3" creationId="{572A60DE-CEBF-488A-A1F1-8B38DB0E39A7}"/>
          </ac:picMkLst>
        </pc:picChg>
        <pc:picChg chg="del">
          <ac:chgData name="Etikala Vivek Reddy" userId="b401f466d5ede7c0" providerId="LiveId" clId="{16511E2D-9437-424F-96A7-209FE0BD2D14}" dt="2026-07-26T17:18:54.226" v="791" actId="478"/>
          <ac:picMkLst>
            <pc:docMk/>
            <pc:sldMk cId="3511477135" sldId="553"/>
            <ac:picMk id="6" creationId="{D2DB80F9-99ED-4DEB-B863-A9F03B100693}"/>
          </ac:picMkLst>
        </pc:picChg>
      </pc:sldChg>
      <pc:sldChg chg="addSp delSp modSp mod">
        <pc:chgData name="Etikala Vivek Reddy" userId="b401f466d5ede7c0" providerId="LiveId" clId="{16511E2D-9437-424F-96A7-209FE0BD2D14}" dt="2026-07-26T18:09:53.818" v="1297" actId="20577"/>
        <pc:sldMkLst>
          <pc:docMk/>
          <pc:sldMk cId="589793412" sldId="556"/>
        </pc:sldMkLst>
        <pc:spChg chg="mod">
          <ac:chgData name="Etikala Vivek Reddy" userId="b401f466d5ede7c0" providerId="LiveId" clId="{16511E2D-9437-424F-96A7-209FE0BD2D14}" dt="2026-07-26T18:08:50.461" v="1275" actId="1076"/>
          <ac:spMkLst>
            <pc:docMk/>
            <pc:sldMk cId="589793412" sldId="556"/>
            <ac:spMk id="2" creationId="{871AE800-DE72-B207-5130-FE53A17904C2}"/>
          </ac:spMkLst>
        </pc:spChg>
        <pc:spChg chg="mod">
          <ac:chgData name="Etikala Vivek Reddy" userId="b401f466d5ede7c0" providerId="LiveId" clId="{16511E2D-9437-424F-96A7-209FE0BD2D14}" dt="2026-07-26T18:09:20.796" v="1284" actId="255"/>
          <ac:spMkLst>
            <pc:docMk/>
            <pc:sldMk cId="589793412" sldId="556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09:53.818" v="1297" actId="20577"/>
          <ac:spMkLst>
            <pc:docMk/>
            <pc:sldMk cId="589793412" sldId="556"/>
            <ac:spMk id="9" creationId="{953D3C0A-81DD-4979-992E-AFD0C7D25795}"/>
          </ac:spMkLst>
        </pc:spChg>
        <pc:spChg chg="add del">
          <ac:chgData name="Etikala Vivek Reddy" userId="b401f466d5ede7c0" providerId="LiveId" clId="{16511E2D-9437-424F-96A7-209FE0BD2D14}" dt="2026-07-26T18:08:22.344" v="1270" actId="22"/>
          <ac:spMkLst>
            <pc:docMk/>
            <pc:sldMk cId="589793412" sldId="556"/>
            <ac:spMk id="13" creationId="{DD75C4C3-2EA2-8277-E55C-CD5E72B5E637}"/>
          </ac:spMkLst>
        </pc:spChg>
        <pc:picChg chg="del">
          <ac:chgData name="Etikala Vivek Reddy" userId="b401f466d5ede7c0" providerId="LiveId" clId="{16511E2D-9437-424F-96A7-209FE0BD2D14}" dt="2026-07-26T17:34:15.804" v="848" actId="478"/>
          <ac:picMkLst>
            <pc:docMk/>
            <pc:sldMk cId="589793412" sldId="556"/>
            <ac:picMk id="6" creationId="{967E62C9-1911-473C-ADA6-776B38134DB4}"/>
          </ac:picMkLst>
        </pc:picChg>
        <pc:picChg chg="add mod">
          <ac:chgData name="Etikala Vivek Reddy" userId="b401f466d5ede7c0" providerId="LiveId" clId="{16511E2D-9437-424F-96A7-209FE0BD2D14}" dt="2026-07-26T18:06:06.474" v="1265" actId="1076"/>
          <ac:picMkLst>
            <pc:docMk/>
            <pc:sldMk cId="589793412" sldId="556"/>
            <ac:picMk id="7" creationId="{2E391D42-9789-8FD2-3C87-9643C509B6E6}"/>
          </ac:picMkLst>
        </pc:picChg>
        <pc:picChg chg="add mod">
          <ac:chgData name="Etikala Vivek Reddy" userId="b401f466d5ede7c0" providerId="LiveId" clId="{16511E2D-9437-424F-96A7-209FE0BD2D14}" dt="2026-07-26T18:09:32.655" v="1287" actId="1076"/>
          <ac:picMkLst>
            <pc:docMk/>
            <pc:sldMk cId="589793412" sldId="556"/>
            <ac:picMk id="11" creationId="{99CFBED7-F69C-6073-342A-8C923432944E}"/>
          </ac:picMkLst>
        </pc:picChg>
      </pc:sldChg>
      <pc:sldChg chg="addSp delSp modSp mod">
        <pc:chgData name="Etikala Vivek Reddy" userId="b401f466d5ede7c0" providerId="LiveId" clId="{16511E2D-9437-424F-96A7-209FE0BD2D14}" dt="2026-07-26T18:03:47.428" v="1224" actId="20577"/>
        <pc:sldMkLst>
          <pc:docMk/>
          <pc:sldMk cId="502875864" sldId="559"/>
        </pc:sldMkLst>
        <pc:spChg chg="add mod">
          <ac:chgData name="Etikala Vivek Reddy" userId="b401f466d5ede7c0" providerId="LiveId" clId="{16511E2D-9437-424F-96A7-209FE0BD2D14}" dt="2026-07-26T18:02:05.888" v="1134" actId="20577"/>
          <ac:spMkLst>
            <pc:docMk/>
            <pc:sldMk cId="502875864" sldId="559"/>
            <ac:spMk id="5" creationId="{E412896F-5436-9537-3CD6-2AD32E3A23FD}"/>
          </ac:spMkLst>
        </pc:spChg>
        <pc:spChg chg="add mod">
          <ac:chgData name="Etikala Vivek Reddy" userId="b401f466d5ede7c0" providerId="LiveId" clId="{16511E2D-9437-424F-96A7-209FE0BD2D14}" dt="2026-07-26T18:03:47.428" v="1224" actId="20577"/>
          <ac:spMkLst>
            <pc:docMk/>
            <pc:sldMk cId="502875864" sldId="559"/>
            <ac:spMk id="7" creationId="{80BCF254-7549-DEB0-BBCB-AEB0C3B5C575}"/>
          </ac:spMkLst>
        </pc:spChg>
        <pc:spChg chg="add mod">
          <ac:chgData name="Etikala Vivek Reddy" userId="b401f466d5ede7c0" providerId="LiveId" clId="{16511E2D-9437-424F-96A7-209FE0BD2D14}" dt="2026-07-26T18:03:12.903" v="1143" actId="1076"/>
          <ac:spMkLst>
            <pc:docMk/>
            <pc:sldMk cId="502875864" sldId="559"/>
            <ac:spMk id="9" creationId="{5C9D2E0B-4ECE-E2C9-CAC3-D6E830C5E1E5}"/>
          </ac:spMkLst>
        </pc:spChg>
        <pc:picChg chg="del">
          <ac:chgData name="Etikala Vivek Reddy" userId="b401f466d5ede7c0" providerId="LiveId" clId="{16511E2D-9437-424F-96A7-209FE0BD2D14}" dt="2026-07-26T17:19:28.458" v="810" actId="478"/>
          <ac:picMkLst>
            <pc:docMk/>
            <pc:sldMk cId="502875864" sldId="559"/>
            <ac:picMk id="3" creationId="{830092B4-ECB5-416C-A2F2-3B42B8D21251}"/>
          </ac:picMkLst>
        </pc:picChg>
      </pc:sldChg>
      <pc:sldChg chg="addSp delSp modSp mod">
        <pc:chgData name="Etikala Vivek Reddy" userId="b401f466d5ede7c0" providerId="LiveId" clId="{16511E2D-9437-424F-96A7-209FE0BD2D14}" dt="2026-07-26T16:51:12.646" v="690" actId="14100"/>
        <pc:sldMkLst>
          <pc:docMk/>
          <pc:sldMk cId="1702772366" sldId="571"/>
        </pc:sldMkLst>
        <pc:picChg chg="add mod">
          <ac:chgData name="Etikala Vivek Reddy" userId="b401f466d5ede7c0" providerId="LiveId" clId="{16511E2D-9437-424F-96A7-209FE0BD2D14}" dt="2026-07-26T16:51:12.646" v="690" actId="14100"/>
          <ac:picMkLst>
            <pc:docMk/>
            <pc:sldMk cId="1702772366" sldId="571"/>
            <ac:picMk id="3" creationId="{00F03E94-9A09-89D4-DC49-612607D890DD}"/>
          </ac:picMkLst>
        </pc:picChg>
        <pc:picChg chg="del">
          <ac:chgData name="Etikala Vivek Reddy" userId="b401f466d5ede7c0" providerId="LiveId" clId="{16511E2D-9437-424F-96A7-209FE0BD2D14}" dt="2026-07-26T16:45:51.641" v="631" actId="478"/>
          <ac:picMkLst>
            <pc:docMk/>
            <pc:sldMk cId="1702772366" sldId="571"/>
            <ac:picMk id="5" creationId="{EE4DACCA-4AEB-4E31-8394-4E0ECBFCF5FD}"/>
          </ac:picMkLst>
        </pc:picChg>
      </pc:sldChg>
      <pc:sldChg chg="addSp delSp modSp mod">
        <pc:chgData name="Etikala Vivek Reddy" userId="b401f466d5ede7c0" providerId="LiveId" clId="{16511E2D-9437-424F-96A7-209FE0BD2D14}" dt="2026-07-26T16:54:30.140" v="700" actId="1076"/>
        <pc:sldMkLst>
          <pc:docMk/>
          <pc:sldMk cId="3566553609" sldId="572"/>
        </pc:sldMkLst>
        <pc:picChg chg="add mod">
          <ac:chgData name="Etikala Vivek Reddy" userId="b401f466d5ede7c0" providerId="LiveId" clId="{16511E2D-9437-424F-96A7-209FE0BD2D14}" dt="2026-07-26T16:54:30.140" v="700" actId="1076"/>
          <ac:picMkLst>
            <pc:docMk/>
            <pc:sldMk cId="3566553609" sldId="572"/>
            <ac:picMk id="3" creationId="{13375F05-32FB-B401-5B83-BE5927909B8B}"/>
          </ac:picMkLst>
        </pc:picChg>
        <pc:picChg chg="del">
          <ac:chgData name="Etikala Vivek Reddy" userId="b401f466d5ede7c0" providerId="LiveId" clId="{16511E2D-9437-424F-96A7-209FE0BD2D14}" dt="2026-07-26T16:53:49.172" v="691" actId="478"/>
          <ac:picMkLst>
            <pc:docMk/>
            <pc:sldMk cId="3566553609" sldId="572"/>
            <ac:picMk id="1026" creationId="{F94209E4-4D31-44CF-A137-126017B787DF}"/>
          </ac:picMkLst>
        </pc:picChg>
      </pc:sldChg>
      <pc:sldChg chg="modSp mod">
        <pc:chgData name="Etikala Vivek Reddy" userId="b401f466d5ede7c0" providerId="LiveId" clId="{16511E2D-9437-424F-96A7-209FE0BD2D14}" dt="2026-07-26T16:55:29.472" v="705" actId="27636"/>
        <pc:sldMkLst>
          <pc:docMk/>
          <pc:sldMk cId="1320935100" sldId="573"/>
        </pc:sldMkLst>
        <pc:spChg chg="mod">
          <ac:chgData name="Etikala Vivek Reddy" userId="b401f466d5ede7c0" providerId="LiveId" clId="{16511E2D-9437-424F-96A7-209FE0BD2D14}" dt="2026-07-26T16:55:29.472" v="705" actId="27636"/>
          <ac:spMkLst>
            <pc:docMk/>
            <pc:sldMk cId="1320935100" sldId="573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6:59:37.725" v="713" actId="1076"/>
        <pc:sldMkLst>
          <pc:docMk/>
          <pc:sldMk cId="3965419882" sldId="574"/>
        </pc:sldMkLst>
        <pc:picChg chg="add mod">
          <ac:chgData name="Etikala Vivek Reddy" userId="b401f466d5ede7c0" providerId="LiveId" clId="{16511E2D-9437-424F-96A7-209FE0BD2D14}" dt="2026-07-26T16:59:37.725" v="713" actId="1076"/>
          <ac:picMkLst>
            <pc:docMk/>
            <pc:sldMk cId="3965419882" sldId="574"/>
            <ac:picMk id="3" creationId="{208191FF-1140-D889-3A26-94EA1A0D4C59}"/>
          </ac:picMkLst>
        </pc:picChg>
        <pc:picChg chg="del">
          <ac:chgData name="Etikala Vivek Reddy" userId="b401f466d5ede7c0" providerId="LiveId" clId="{16511E2D-9437-424F-96A7-209FE0BD2D14}" dt="2026-07-26T16:59:09.312" v="706" actId="478"/>
          <ac:picMkLst>
            <pc:docMk/>
            <pc:sldMk cId="3965419882" sldId="574"/>
            <ac:picMk id="4098" creationId="{85433C2D-9E7B-42D8-8B32-F218D20EC859}"/>
          </ac:picMkLst>
        </pc:picChg>
      </pc:sldChg>
      <pc:sldChg chg="modSp mod">
        <pc:chgData name="Etikala Vivek Reddy" userId="b401f466d5ede7c0" providerId="LiveId" clId="{16511E2D-9437-424F-96A7-209FE0BD2D14}" dt="2026-07-26T17:03:57.776" v="721" actId="14100"/>
        <pc:sldMkLst>
          <pc:docMk/>
          <pc:sldMk cId="4266922749" sldId="575"/>
        </pc:sldMkLst>
        <pc:spChg chg="mod">
          <ac:chgData name="Etikala Vivek Reddy" userId="b401f466d5ede7c0" providerId="LiveId" clId="{16511E2D-9437-424F-96A7-209FE0BD2D14}" dt="2026-07-26T17:03:57.776" v="721" actId="14100"/>
          <ac:spMkLst>
            <pc:docMk/>
            <pc:sldMk cId="4266922749" sldId="575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07:05.449" v="732" actId="1076"/>
        <pc:sldMkLst>
          <pc:docMk/>
          <pc:sldMk cId="2289119277" sldId="576"/>
        </pc:sldMkLst>
        <pc:spChg chg="mod">
          <ac:chgData name="Etikala Vivek Reddy" userId="b401f466d5ede7c0" providerId="LiveId" clId="{16511E2D-9437-424F-96A7-209FE0BD2D14}" dt="2026-07-26T17:07:01.206" v="731" actId="255"/>
          <ac:spMkLst>
            <pc:docMk/>
            <pc:sldMk cId="2289119277" sldId="576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07:05.449" v="732" actId="1076"/>
          <ac:picMkLst>
            <pc:docMk/>
            <pc:sldMk cId="2289119277" sldId="576"/>
            <ac:picMk id="3" creationId="{74896587-941C-2365-6E79-A7792616D9C1}"/>
          </ac:picMkLst>
        </pc:picChg>
        <pc:picChg chg="del">
          <ac:chgData name="Etikala Vivek Reddy" userId="b401f466d5ede7c0" providerId="LiveId" clId="{16511E2D-9437-424F-96A7-209FE0BD2D14}" dt="2026-07-26T17:06:09.438" v="722" actId="478"/>
          <ac:picMkLst>
            <pc:docMk/>
            <pc:sldMk cId="2289119277" sldId="576"/>
            <ac:picMk id="6146" creationId="{0EDF9104-4EB2-4150-84C9-73349D8C0ADF}"/>
          </ac:picMkLst>
        </pc:picChg>
      </pc:sldChg>
      <pc:sldChg chg="modSp mod">
        <pc:chgData name="Etikala Vivek Reddy" userId="b401f466d5ede7c0" providerId="LiveId" clId="{16511E2D-9437-424F-96A7-209FE0BD2D14}" dt="2026-07-26T17:09:51.688" v="747" actId="113"/>
        <pc:sldMkLst>
          <pc:docMk/>
          <pc:sldMk cId="2106482825" sldId="577"/>
        </pc:sldMkLst>
        <pc:spChg chg="mod">
          <ac:chgData name="Etikala Vivek Reddy" userId="b401f466d5ede7c0" providerId="LiveId" clId="{16511E2D-9437-424F-96A7-209FE0BD2D14}" dt="2026-07-26T17:09:51.688" v="747" actId="113"/>
          <ac:spMkLst>
            <pc:docMk/>
            <pc:sldMk cId="2106482825" sldId="577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11:29.400" v="755" actId="255"/>
        <pc:sldMkLst>
          <pc:docMk/>
          <pc:sldMk cId="463319595" sldId="578"/>
        </pc:sldMkLst>
        <pc:spChg chg="mod">
          <ac:chgData name="Etikala Vivek Reddy" userId="b401f466d5ede7c0" providerId="LiveId" clId="{16511E2D-9437-424F-96A7-209FE0BD2D14}" dt="2026-07-26T17:11:29.400" v="755" actId="255"/>
          <ac:spMkLst>
            <pc:docMk/>
            <pc:sldMk cId="463319595" sldId="578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11:00.467" v="753" actId="14100"/>
          <ac:picMkLst>
            <pc:docMk/>
            <pc:sldMk cId="463319595" sldId="578"/>
            <ac:picMk id="3" creationId="{13AB1F35-78F0-6DFF-B56D-D9891221053D}"/>
          </ac:picMkLst>
        </pc:picChg>
        <pc:picChg chg="del">
          <ac:chgData name="Etikala Vivek Reddy" userId="b401f466d5ede7c0" providerId="LiveId" clId="{16511E2D-9437-424F-96A7-209FE0BD2D14}" dt="2026-07-26T17:10:39.444" v="748" actId="478"/>
          <ac:picMkLst>
            <pc:docMk/>
            <pc:sldMk cId="463319595" sldId="578"/>
            <ac:picMk id="8194" creationId="{ACCD0E40-51C4-4587-A313-5D411ACBF125}"/>
          </ac:picMkLst>
        </pc:picChg>
      </pc:sldChg>
      <pc:sldChg chg="modSp mod">
        <pc:chgData name="Etikala Vivek Reddy" userId="b401f466d5ede7c0" providerId="LiveId" clId="{16511E2D-9437-424F-96A7-209FE0BD2D14}" dt="2026-07-26T17:12:34.030" v="761" actId="1076"/>
        <pc:sldMkLst>
          <pc:docMk/>
          <pc:sldMk cId="3886148336" sldId="579"/>
        </pc:sldMkLst>
        <pc:spChg chg="mod">
          <ac:chgData name="Etikala Vivek Reddy" userId="b401f466d5ede7c0" providerId="LiveId" clId="{16511E2D-9437-424F-96A7-209FE0BD2D14}" dt="2026-07-26T17:12:34.030" v="761" actId="1076"/>
          <ac:spMkLst>
            <pc:docMk/>
            <pc:sldMk cId="3886148336" sldId="579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18:26.124" v="788" actId="14100"/>
        <pc:sldMkLst>
          <pc:docMk/>
          <pc:sldMk cId="3733227592" sldId="580"/>
        </pc:sldMkLst>
        <pc:spChg chg="mod">
          <ac:chgData name="Etikala Vivek Reddy" userId="b401f466d5ede7c0" providerId="LiveId" clId="{16511E2D-9437-424F-96A7-209FE0BD2D14}" dt="2026-07-26T17:14:06.907" v="769" actId="255"/>
          <ac:spMkLst>
            <pc:docMk/>
            <pc:sldMk cId="3733227592" sldId="580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18:26.124" v="788" actId="14100"/>
          <ac:picMkLst>
            <pc:docMk/>
            <pc:sldMk cId="3733227592" sldId="580"/>
            <ac:picMk id="3" creationId="{FDEF12CD-A016-AC65-D095-CC96467487AA}"/>
          </ac:picMkLst>
        </pc:picChg>
        <pc:picChg chg="del">
          <ac:chgData name="Etikala Vivek Reddy" userId="b401f466d5ede7c0" providerId="LiveId" clId="{16511E2D-9437-424F-96A7-209FE0BD2D14}" dt="2026-07-26T17:13:32.052" v="762" actId="478"/>
          <ac:picMkLst>
            <pc:docMk/>
            <pc:sldMk cId="3733227592" sldId="580"/>
            <ac:picMk id="10242" creationId="{0BC6E611-A98F-49B6-95F5-F6EC909AC522}"/>
          </ac:picMkLst>
        </pc:picChg>
      </pc:sldChg>
      <pc:sldChg chg="modSp mod">
        <pc:chgData name="Etikala Vivek Reddy" userId="b401f466d5ede7c0" providerId="LiveId" clId="{16511E2D-9437-424F-96A7-209FE0BD2D14}" dt="2026-07-26T17:15:33.216" v="778" actId="113"/>
        <pc:sldMkLst>
          <pc:docMk/>
          <pc:sldMk cId="3017695490" sldId="581"/>
        </pc:sldMkLst>
        <pc:spChg chg="mod">
          <ac:chgData name="Etikala Vivek Reddy" userId="b401f466d5ede7c0" providerId="LiveId" clId="{16511E2D-9437-424F-96A7-209FE0BD2D14}" dt="2026-07-26T17:15:33.216" v="778" actId="113"/>
          <ac:spMkLst>
            <pc:docMk/>
            <pc:sldMk cId="3017695490" sldId="581"/>
            <ac:spMk id="3" creationId="{4437756F-EEC9-4211-9B59-E3B5CF36456D}"/>
          </ac:spMkLst>
        </pc:spChg>
      </pc:sldChg>
      <pc:sldChg chg="addSp delSp modSp mod">
        <pc:chgData name="Etikala Vivek Reddy" userId="b401f466d5ede7c0" providerId="LiveId" clId="{16511E2D-9437-424F-96A7-209FE0BD2D14}" dt="2026-07-26T17:48:00.955" v="896" actId="20577"/>
        <pc:sldMkLst>
          <pc:docMk/>
          <pc:sldMk cId="2896667913" sldId="582"/>
        </pc:sldMkLst>
        <pc:spChg chg="add del mod">
          <ac:chgData name="Etikala Vivek Reddy" userId="b401f466d5ede7c0" providerId="LiveId" clId="{16511E2D-9437-424F-96A7-209FE0BD2D14}" dt="2026-07-26T17:44:18.504" v="855" actId="22"/>
          <ac:spMkLst>
            <pc:docMk/>
            <pc:sldMk cId="2896667913" sldId="582"/>
            <ac:spMk id="4" creationId="{DA66AA76-F221-80DD-416B-ABFBC6D78710}"/>
          </ac:spMkLst>
        </pc:spChg>
        <pc:spChg chg="add mod">
          <ac:chgData name="Etikala Vivek Reddy" userId="b401f466d5ede7c0" providerId="LiveId" clId="{16511E2D-9437-424F-96A7-209FE0BD2D14}" dt="2026-07-26T17:47:36.278" v="879" actId="1076"/>
          <ac:spMkLst>
            <pc:docMk/>
            <pc:sldMk cId="2896667913" sldId="582"/>
            <ac:spMk id="6" creationId="{D9642DC7-74DE-9B57-2F9F-D2150C270071}"/>
          </ac:spMkLst>
        </pc:spChg>
        <pc:spChg chg="add mod">
          <ac:chgData name="Etikala Vivek Reddy" userId="b401f466d5ede7c0" providerId="LiveId" clId="{16511E2D-9437-424F-96A7-209FE0BD2D14}" dt="2026-07-26T17:47:29.605" v="878" actId="1076"/>
          <ac:spMkLst>
            <pc:docMk/>
            <pc:sldMk cId="2896667913" sldId="582"/>
            <ac:spMk id="8" creationId="{CBFE7908-235A-9190-F3C5-F2499D925938}"/>
          </ac:spMkLst>
        </pc:spChg>
        <pc:spChg chg="mod">
          <ac:chgData name="Etikala Vivek Reddy" userId="b401f466d5ede7c0" providerId="LiveId" clId="{16511E2D-9437-424F-96A7-209FE0BD2D14}" dt="2026-07-26T17:48:00.955" v="896" actId="20577"/>
          <ac:spMkLst>
            <pc:docMk/>
            <pc:sldMk cId="2896667913" sldId="582"/>
            <ac:spMk id="1048604" creationId="{00000000-0000-0000-0000-000000000000}"/>
          </ac:spMkLst>
        </pc:spChg>
        <pc:picChg chg="del">
          <ac:chgData name="Etikala Vivek Reddy" userId="b401f466d5ede7c0" providerId="LiveId" clId="{16511E2D-9437-424F-96A7-209FE0BD2D14}" dt="2026-07-26T17:18:47.560" v="789" actId="478"/>
          <ac:picMkLst>
            <pc:docMk/>
            <pc:sldMk cId="2896667913" sldId="582"/>
            <ac:picMk id="2" creationId="{76B10D69-3193-4FA0-94C0-F640193DFDD1}"/>
          </ac:picMkLst>
        </pc:picChg>
      </pc:sldChg>
      <pc:sldChg chg="addSp delSp modSp mod">
        <pc:chgData name="Etikala Vivek Reddy" userId="b401f466d5ede7c0" providerId="LiveId" clId="{16511E2D-9437-424F-96A7-209FE0BD2D14}" dt="2026-07-26T18:39:18.766" v="1673" actId="1076"/>
        <pc:sldMkLst>
          <pc:docMk/>
          <pc:sldMk cId="3085500758" sldId="583"/>
        </pc:sldMkLst>
        <pc:spChg chg="del mod">
          <ac:chgData name="Etikala Vivek Reddy" userId="b401f466d5ede7c0" providerId="LiveId" clId="{16511E2D-9437-424F-96A7-209FE0BD2D14}" dt="2026-07-26T17:19:17.096" v="806"/>
          <ac:spMkLst>
            <pc:docMk/>
            <pc:sldMk cId="3085500758" sldId="583"/>
            <ac:spMk id="2" creationId="{D1CF3984-0784-40CC-8D13-D3B7CDDF9C6B}"/>
          </ac:spMkLst>
        </pc:spChg>
        <pc:spChg chg="del mod">
          <ac:chgData name="Etikala Vivek Reddy" userId="b401f466d5ede7c0" providerId="LiveId" clId="{16511E2D-9437-424F-96A7-209FE0BD2D14}" dt="2026-07-26T17:19:17.096" v="808"/>
          <ac:spMkLst>
            <pc:docMk/>
            <pc:sldMk cId="3085500758" sldId="583"/>
            <ac:spMk id="5" creationId="{BCC96B90-B91B-40A7-8E2E-AAE61C450B6A}"/>
          </ac:spMkLst>
        </pc:spChg>
        <pc:spChg chg="add del mod">
          <ac:chgData name="Etikala Vivek Reddy" userId="b401f466d5ede7c0" providerId="LiveId" clId="{16511E2D-9437-424F-96A7-209FE0BD2D14}" dt="2026-07-26T18:34:49.995" v="1594"/>
          <ac:spMkLst>
            <pc:docMk/>
            <pc:sldMk cId="3085500758" sldId="583"/>
            <ac:spMk id="6" creationId="{7EAF7B2A-A421-7756-EB98-A34065704105}"/>
          </ac:spMkLst>
        </pc:spChg>
        <pc:spChg chg="add del mod">
          <ac:chgData name="Etikala Vivek Reddy" userId="b401f466d5ede7c0" providerId="LiveId" clId="{16511E2D-9437-424F-96A7-209FE0BD2D14}" dt="2026-07-26T18:34:49.989" v="1592"/>
          <ac:spMkLst>
            <pc:docMk/>
            <pc:sldMk cId="3085500758" sldId="583"/>
            <ac:spMk id="8" creationId="{AF81D5E5-C996-88D1-54DE-D405493878A7}"/>
          </ac:spMkLst>
        </pc:spChg>
        <pc:spChg chg="add mod">
          <ac:chgData name="Etikala Vivek Reddy" userId="b401f466d5ede7c0" providerId="LiveId" clId="{16511E2D-9437-424F-96A7-209FE0BD2D14}" dt="2026-07-26T18:36:12.310" v="1631" actId="1076"/>
          <ac:spMkLst>
            <pc:docMk/>
            <pc:sldMk cId="3085500758" sldId="583"/>
            <ac:spMk id="10" creationId="{694BF480-9064-73DD-9033-ED05B94B4348}"/>
          </ac:spMkLst>
        </pc:spChg>
        <pc:spChg chg="add mod">
          <ac:chgData name="Etikala Vivek Reddy" userId="b401f466d5ede7c0" providerId="LiveId" clId="{16511E2D-9437-424F-96A7-209FE0BD2D14}" dt="2026-07-26T18:38:04.247" v="1651" actId="14100"/>
          <ac:spMkLst>
            <pc:docMk/>
            <pc:sldMk cId="3085500758" sldId="583"/>
            <ac:spMk id="12" creationId="{9CC51374-0055-DCE3-C6B9-4D1CEFBB7005}"/>
          </ac:spMkLst>
        </pc:spChg>
        <pc:spChg chg="add mod">
          <ac:chgData name="Etikala Vivek Reddy" userId="b401f466d5ede7c0" providerId="LiveId" clId="{16511E2D-9437-424F-96A7-209FE0BD2D14}" dt="2026-07-26T18:37:06.148" v="1643" actId="14100"/>
          <ac:spMkLst>
            <pc:docMk/>
            <pc:sldMk cId="3085500758" sldId="583"/>
            <ac:spMk id="14" creationId="{A73A29A5-0610-6AF1-C23A-9207B8FE0B06}"/>
          </ac:spMkLst>
        </pc:spChg>
        <pc:spChg chg="add mod">
          <ac:chgData name="Etikala Vivek Reddy" userId="b401f466d5ede7c0" providerId="LiveId" clId="{16511E2D-9437-424F-96A7-209FE0BD2D14}" dt="2026-07-26T18:38:18.738" v="1658" actId="20577"/>
          <ac:spMkLst>
            <pc:docMk/>
            <pc:sldMk cId="3085500758" sldId="583"/>
            <ac:spMk id="16" creationId="{C51FDA7F-6E9B-D110-BA15-11A9B43ECADE}"/>
          </ac:spMkLst>
        </pc:spChg>
        <pc:spChg chg="add mod">
          <ac:chgData name="Etikala Vivek Reddy" userId="b401f466d5ede7c0" providerId="LiveId" clId="{16511E2D-9437-424F-96A7-209FE0BD2D14}" dt="2026-07-26T18:39:18.766" v="1673" actId="1076"/>
          <ac:spMkLst>
            <pc:docMk/>
            <pc:sldMk cId="3085500758" sldId="583"/>
            <ac:spMk id="18" creationId="{8FB4BFEE-6974-4B8F-2544-4EFC6E72B7BF}"/>
          </ac:spMkLst>
        </pc:spChg>
      </pc:sldChg>
      <pc:sldChg chg="addSp delSp modSp mod">
        <pc:chgData name="Etikala Vivek Reddy" userId="b401f466d5ede7c0" providerId="LiveId" clId="{16511E2D-9437-424F-96A7-209FE0BD2D14}" dt="2026-07-26T18:35:09.936" v="1599" actId="1076"/>
        <pc:sldMkLst>
          <pc:docMk/>
          <pc:sldMk cId="2304795024" sldId="584"/>
        </pc:sldMkLst>
        <pc:spChg chg="del mod">
          <ac:chgData name="Etikala Vivek Reddy" userId="b401f466d5ede7c0" providerId="LiveId" clId="{16511E2D-9437-424F-96A7-209FE0BD2D14}" dt="2026-07-26T17:19:11.782" v="802"/>
          <ac:spMkLst>
            <pc:docMk/>
            <pc:sldMk cId="2304795024" sldId="584"/>
            <ac:spMk id="2" creationId="{D1CF3984-0784-40CC-8D13-D3B7CDDF9C6B}"/>
          </ac:spMkLst>
        </pc:spChg>
        <pc:spChg chg="del mod">
          <ac:chgData name="Etikala Vivek Reddy" userId="b401f466d5ede7c0" providerId="LiveId" clId="{16511E2D-9437-424F-96A7-209FE0BD2D14}" dt="2026-07-26T17:19:11.778" v="800"/>
          <ac:spMkLst>
            <pc:docMk/>
            <pc:sldMk cId="2304795024" sldId="584"/>
            <ac:spMk id="5" creationId="{BCC96B90-B91B-40A7-8E2E-AAE61C450B6A}"/>
          </ac:spMkLst>
        </pc:spChg>
        <pc:spChg chg="add mod">
          <ac:chgData name="Etikala Vivek Reddy" userId="b401f466d5ede7c0" providerId="LiveId" clId="{16511E2D-9437-424F-96A7-209FE0BD2D14}" dt="2026-07-26T17:53:19.914" v="1000" actId="1076"/>
          <ac:spMkLst>
            <pc:docMk/>
            <pc:sldMk cId="2304795024" sldId="584"/>
            <ac:spMk id="6" creationId="{343A5EFC-374C-5631-327B-61AA29319129}"/>
          </ac:spMkLst>
        </pc:spChg>
        <pc:spChg chg="add mod">
          <ac:chgData name="Etikala Vivek Reddy" userId="b401f466d5ede7c0" providerId="LiveId" clId="{16511E2D-9437-424F-96A7-209FE0BD2D14}" dt="2026-07-26T18:33:36.968" v="1583" actId="113"/>
          <ac:spMkLst>
            <pc:docMk/>
            <pc:sldMk cId="2304795024" sldId="584"/>
            <ac:spMk id="8" creationId="{796F459D-1A7A-07E7-0F53-E484989E43B4}"/>
          </ac:spMkLst>
        </pc:spChg>
        <pc:spChg chg="add del mod">
          <ac:chgData name="Etikala Vivek Reddy" userId="b401f466d5ede7c0" providerId="LiveId" clId="{16511E2D-9437-424F-96A7-209FE0BD2D14}" dt="2026-07-26T17:53:04.160" v="995"/>
          <ac:spMkLst>
            <pc:docMk/>
            <pc:sldMk cId="2304795024" sldId="584"/>
            <ac:spMk id="10" creationId="{97ECA1E4-831C-884A-2EB4-38280A7E0B3B}"/>
          </ac:spMkLst>
        </pc:spChg>
        <pc:spChg chg="add mod">
          <ac:chgData name="Etikala Vivek Reddy" userId="b401f466d5ede7c0" providerId="LiveId" clId="{16511E2D-9437-424F-96A7-209FE0BD2D14}" dt="2026-07-26T18:34:16.151" v="1586" actId="1076"/>
          <ac:spMkLst>
            <pc:docMk/>
            <pc:sldMk cId="2304795024" sldId="584"/>
            <ac:spMk id="12" creationId="{FA4D3C98-A3F6-30F3-90B4-663EF3E16943}"/>
          </ac:spMkLst>
        </pc:spChg>
        <pc:spChg chg="add mod">
          <ac:chgData name="Etikala Vivek Reddy" userId="b401f466d5ede7c0" providerId="LiveId" clId="{16511E2D-9437-424F-96A7-209FE0BD2D14}" dt="2026-07-26T18:34:35.856" v="1588" actId="1076"/>
          <ac:spMkLst>
            <pc:docMk/>
            <pc:sldMk cId="2304795024" sldId="584"/>
            <ac:spMk id="14" creationId="{5A715C9C-EDC3-F624-6567-77EA484213C1}"/>
          </ac:spMkLst>
        </pc:spChg>
        <pc:spChg chg="add mod">
          <ac:chgData name="Etikala Vivek Reddy" userId="b401f466d5ede7c0" providerId="LiveId" clId="{16511E2D-9437-424F-96A7-209FE0BD2D14}" dt="2026-07-26T18:35:09.936" v="1599" actId="1076"/>
          <ac:spMkLst>
            <pc:docMk/>
            <pc:sldMk cId="2304795024" sldId="584"/>
            <ac:spMk id="16" creationId="{94735720-CE9B-F637-A726-59081D3E1ACE}"/>
          </ac:spMkLst>
        </pc:spChg>
      </pc:sldChg>
      <pc:sldChg chg="addSp delSp modSp mod">
        <pc:chgData name="Etikala Vivek Reddy" userId="b401f466d5ede7c0" providerId="LiveId" clId="{16511E2D-9437-424F-96A7-209FE0BD2D14}" dt="2026-07-26T18:00:47.651" v="1123" actId="1076"/>
        <pc:sldMkLst>
          <pc:docMk/>
          <pc:sldMk cId="3867977550" sldId="585"/>
        </pc:sldMkLst>
        <pc:spChg chg="add mod">
          <ac:chgData name="Etikala Vivek Reddy" userId="b401f466d5ede7c0" providerId="LiveId" clId="{16511E2D-9437-424F-96A7-209FE0BD2D14}" dt="2026-07-26T18:00:14.469" v="1117" actId="14100"/>
          <ac:spMkLst>
            <pc:docMk/>
            <pc:sldMk cId="3867977550" sldId="585"/>
            <ac:spMk id="4" creationId="{80D3A5F9-4DC2-FC08-B487-328D291020F0}"/>
          </ac:spMkLst>
        </pc:spChg>
        <pc:spChg chg="add mod">
          <ac:chgData name="Etikala Vivek Reddy" userId="b401f466d5ede7c0" providerId="LiveId" clId="{16511E2D-9437-424F-96A7-209FE0BD2D14}" dt="2026-07-26T17:59:54.349" v="1113" actId="1076"/>
          <ac:spMkLst>
            <pc:docMk/>
            <pc:sldMk cId="3867977550" sldId="585"/>
            <ac:spMk id="6" creationId="{1F5BB54D-128E-14CC-5C99-A22D814C2E78}"/>
          </ac:spMkLst>
        </pc:spChg>
        <pc:spChg chg="add mod">
          <ac:chgData name="Etikala Vivek Reddy" userId="b401f466d5ede7c0" providerId="LiveId" clId="{16511E2D-9437-424F-96A7-209FE0BD2D14}" dt="2026-07-26T18:00:20.100" v="1118" actId="14100"/>
          <ac:spMkLst>
            <pc:docMk/>
            <pc:sldMk cId="3867977550" sldId="585"/>
            <ac:spMk id="8" creationId="{75CF384C-838D-CDC5-3293-50AB8A1D58A6}"/>
          </ac:spMkLst>
        </pc:spChg>
        <pc:spChg chg="add mod">
          <ac:chgData name="Etikala Vivek Reddy" userId="b401f466d5ede7c0" providerId="LiveId" clId="{16511E2D-9437-424F-96A7-209FE0BD2D14}" dt="2026-07-26T18:00:47.651" v="1123" actId="1076"/>
          <ac:spMkLst>
            <pc:docMk/>
            <pc:sldMk cId="3867977550" sldId="585"/>
            <ac:spMk id="10" creationId="{BB6A4866-EFFA-3D58-0DCB-4CBAE2F48FB4}"/>
          </ac:spMkLst>
        </pc:spChg>
        <pc:spChg chg="mod">
          <ac:chgData name="Etikala Vivek Reddy" userId="b401f466d5ede7c0" providerId="LiveId" clId="{16511E2D-9437-424F-96A7-209FE0BD2D14}" dt="2026-07-26T17:58:09.614" v="1086" actId="255"/>
          <ac:spMkLst>
            <pc:docMk/>
            <pc:sldMk cId="3867977550" sldId="585"/>
            <ac:spMk id="1048604" creationId="{00000000-0000-0000-0000-000000000000}"/>
          </ac:spMkLst>
        </pc:spChg>
        <pc:picChg chg="del">
          <ac:chgData name="Etikala Vivek Reddy" userId="b401f466d5ede7c0" providerId="LiveId" clId="{16511E2D-9437-424F-96A7-209FE0BD2D14}" dt="2026-07-26T17:19:19.163" v="809" actId="478"/>
          <ac:picMkLst>
            <pc:docMk/>
            <pc:sldMk cId="3867977550" sldId="585"/>
            <ac:picMk id="3" creationId="{90105B62-D61D-439B-B19B-5038B4E248C6}"/>
          </ac:picMkLst>
        </pc:picChg>
      </pc:sldChg>
      <pc:sldChg chg="addSp delSp modSp mod">
        <pc:chgData name="Etikala Vivek Reddy" userId="b401f466d5ede7c0" providerId="LiveId" clId="{16511E2D-9437-424F-96A7-209FE0BD2D14}" dt="2026-07-26T18:39:33.859" v="1674" actId="1076"/>
        <pc:sldMkLst>
          <pc:docMk/>
          <pc:sldMk cId="3825066773" sldId="586"/>
        </pc:sldMkLst>
        <pc:spChg chg="del mod">
          <ac:chgData name="Etikala Vivek Reddy" userId="b401f466d5ede7c0" providerId="LiveId" clId="{16511E2D-9437-424F-96A7-209FE0BD2D14}" dt="2026-07-26T17:25:50.236" v="834"/>
          <ac:spMkLst>
            <pc:docMk/>
            <pc:sldMk cId="3825066773" sldId="586"/>
            <ac:spMk id="2" creationId="{44ED0B6C-88D5-427C-82C7-2716A769E217}"/>
          </ac:spMkLst>
        </pc:spChg>
        <pc:spChg chg="add mod">
          <ac:chgData name="Etikala Vivek Reddy" userId="b401f466d5ede7c0" providerId="LiveId" clId="{16511E2D-9437-424F-96A7-209FE0BD2D14}" dt="2026-07-26T17:32:29.521" v="844" actId="1076"/>
          <ac:spMkLst>
            <pc:docMk/>
            <pc:sldMk cId="3825066773" sldId="586"/>
            <ac:spMk id="7" creationId="{E3A504DF-4831-42C4-704F-AA8D6593A305}"/>
          </ac:spMkLst>
        </pc:spChg>
        <pc:spChg chg="mod">
          <ac:chgData name="Etikala Vivek Reddy" userId="b401f466d5ede7c0" providerId="LiveId" clId="{16511E2D-9437-424F-96A7-209FE0BD2D14}" dt="2026-07-26T18:39:33.859" v="1674" actId="1076"/>
          <ac:spMkLst>
            <pc:docMk/>
            <pc:sldMk cId="3825066773" sldId="586"/>
            <ac:spMk id="1048603" creationId="{00000000-0000-0000-0000-000000000000}"/>
          </ac:spMkLst>
        </pc:spChg>
        <pc:spChg chg="mod">
          <ac:chgData name="Etikala Vivek Reddy" userId="b401f466d5ede7c0" providerId="LiveId" clId="{16511E2D-9437-424F-96A7-209FE0BD2D14}" dt="2026-07-26T17:33:41.689" v="847" actId="255"/>
          <ac:spMkLst>
            <pc:docMk/>
            <pc:sldMk cId="3825066773" sldId="586"/>
            <ac:spMk id="1048604" creationId="{00000000-0000-0000-0000-000000000000}"/>
          </ac:spMkLst>
        </pc:spChg>
        <pc:picChg chg="add mod">
          <ac:chgData name="Etikala Vivek Reddy" userId="b401f466d5ede7c0" providerId="LiveId" clId="{16511E2D-9437-424F-96A7-209FE0BD2D14}" dt="2026-07-26T17:32:35.100" v="846" actId="1076"/>
          <ac:picMkLst>
            <pc:docMk/>
            <pc:sldMk cId="3825066773" sldId="586"/>
            <ac:picMk id="4" creationId="{EE78E470-A6FB-30E7-1681-59DA3D2285BD}"/>
          </ac:picMkLst>
        </pc:picChg>
        <pc:picChg chg="del">
          <ac:chgData name="Etikala Vivek Reddy" userId="b401f466d5ede7c0" providerId="LiveId" clId="{16511E2D-9437-424F-96A7-209FE0BD2D14}" dt="2026-07-26T17:21:40.687" v="811" actId="478"/>
          <ac:picMkLst>
            <pc:docMk/>
            <pc:sldMk cId="3825066773" sldId="586"/>
            <ac:picMk id="6" creationId="{2912E90A-F7D6-4353-9648-D512AE9A7080}"/>
          </ac:picMkLst>
        </pc:picChg>
      </pc:sldChg>
      <pc:sldChg chg="addSp delSp modSp mod">
        <pc:chgData name="Etikala Vivek Reddy" userId="b401f466d5ede7c0" providerId="LiveId" clId="{16511E2D-9437-424F-96A7-209FE0BD2D14}" dt="2026-07-26T18:19:21.257" v="1415" actId="1076"/>
        <pc:sldMkLst>
          <pc:docMk/>
          <pc:sldMk cId="323425930" sldId="587"/>
        </pc:sldMkLst>
        <pc:spChg chg="mod">
          <ac:chgData name="Etikala Vivek Reddy" userId="b401f466d5ede7c0" providerId="LiveId" clId="{16511E2D-9437-424F-96A7-209FE0BD2D14}" dt="2026-07-26T18:10:22.656" v="1314" actId="1076"/>
          <ac:spMkLst>
            <pc:docMk/>
            <pc:sldMk cId="323425930" sldId="587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12:51.958" v="1338" actId="1076"/>
          <ac:spMkLst>
            <pc:docMk/>
            <pc:sldMk cId="323425930" sldId="587"/>
            <ac:spMk id="10" creationId="{195EB1E5-8652-4B6D-062A-9BDB5D6271DF}"/>
          </ac:spMkLst>
        </pc:spChg>
        <pc:picChg chg="add mod">
          <ac:chgData name="Etikala Vivek Reddy" userId="b401f466d5ede7c0" providerId="LiveId" clId="{16511E2D-9437-424F-96A7-209FE0BD2D14}" dt="2026-07-26T18:19:08.920" v="1412" actId="1076"/>
          <ac:picMkLst>
            <pc:docMk/>
            <pc:sldMk cId="323425930" sldId="587"/>
            <ac:picMk id="3" creationId="{1AA2C55E-28AE-FAB2-ABA4-A95A496099B5}"/>
          </ac:picMkLst>
        </pc:picChg>
        <pc:picChg chg="del">
          <ac:chgData name="Etikala Vivek Reddy" userId="b401f466d5ede7c0" providerId="LiveId" clId="{16511E2D-9437-424F-96A7-209FE0BD2D14}" dt="2026-07-26T18:09:36.793" v="1288" actId="478"/>
          <ac:picMkLst>
            <pc:docMk/>
            <pc:sldMk cId="323425930" sldId="587"/>
            <ac:picMk id="7" creationId="{5E28E99F-7A54-4397-9FC8-B795261F5EA6}"/>
          </ac:picMkLst>
        </pc:picChg>
        <pc:picChg chg="add del mod">
          <ac:chgData name="Etikala Vivek Reddy" userId="b401f466d5ede7c0" providerId="LiveId" clId="{16511E2D-9437-424F-96A7-209FE0BD2D14}" dt="2026-07-26T18:18:56.480" v="1409" actId="478"/>
          <ac:picMkLst>
            <pc:docMk/>
            <pc:sldMk cId="323425930" sldId="587"/>
            <ac:picMk id="8" creationId="{2CB07644-7FDE-1E7E-F256-31FEB5B73E5A}"/>
          </ac:picMkLst>
        </pc:picChg>
        <pc:picChg chg="add mod">
          <ac:chgData name="Etikala Vivek Reddy" userId="b401f466d5ede7c0" providerId="LiveId" clId="{16511E2D-9437-424F-96A7-209FE0BD2D14}" dt="2026-07-26T18:19:21.257" v="1415" actId="1076"/>
          <ac:picMkLst>
            <pc:docMk/>
            <pc:sldMk cId="323425930" sldId="587"/>
            <ac:picMk id="12" creationId="{0885A574-FC9B-C32A-8DD0-A2BC665A17D0}"/>
          </ac:picMkLst>
        </pc:picChg>
      </pc:sldChg>
      <pc:sldChg chg="addSp delSp modSp mod">
        <pc:chgData name="Etikala Vivek Reddy" userId="b401f466d5ede7c0" providerId="LiveId" clId="{16511E2D-9437-424F-96A7-209FE0BD2D14}" dt="2026-07-26T18:17:19.270" v="1393" actId="14100"/>
        <pc:sldMkLst>
          <pc:docMk/>
          <pc:sldMk cId="2928077398" sldId="588"/>
        </pc:sldMkLst>
        <pc:spChg chg="mod">
          <ac:chgData name="Etikala Vivek Reddy" userId="b401f466d5ede7c0" providerId="LiveId" clId="{16511E2D-9437-424F-96A7-209FE0BD2D14}" dt="2026-07-26T18:13:59.371" v="1367" actId="1076"/>
          <ac:spMkLst>
            <pc:docMk/>
            <pc:sldMk cId="2928077398" sldId="588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17:19.270" v="1393" actId="14100"/>
          <ac:spMkLst>
            <pc:docMk/>
            <pc:sldMk cId="2928077398" sldId="588"/>
            <ac:spMk id="10" creationId="{FABC9E40-8B79-D1C4-6F9E-3E237C5EB30E}"/>
          </ac:spMkLst>
        </pc:spChg>
        <pc:picChg chg="add mod">
          <ac:chgData name="Etikala Vivek Reddy" userId="b401f466d5ede7c0" providerId="LiveId" clId="{16511E2D-9437-424F-96A7-209FE0BD2D14}" dt="2026-07-26T18:16:27.777" v="1386" actId="14100"/>
          <ac:picMkLst>
            <pc:docMk/>
            <pc:sldMk cId="2928077398" sldId="588"/>
            <ac:picMk id="3" creationId="{3754D1F8-B64B-D193-FD63-814BF20002B7}"/>
          </ac:picMkLst>
        </pc:picChg>
        <pc:picChg chg="del">
          <ac:chgData name="Etikala Vivek Reddy" userId="b401f466d5ede7c0" providerId="LiveId" clId="{16511E2D-9437-424F-96A7-209FE0BD2D14}" dt="2026-07-26T18:12:57.575" v="1339" actId="478"/>
          <ac:picMkLst>
            <pc:docMk/>
            <pc:sldMk cId="2928077398" sldId="588"/>
            <ac:picMk id="7" creationId="{B59E72D0-F6DA-4582-91B5-2A009E5D7D2C}"/>
          </ac:picMkLst>
        </pc:picChg>
        <pc:picChg chg="add mod">
          <ac:chgData name="Etikala Vivek Reddy" userId="b401f466d5ede7c0" providerId="LiveId" clId="{16511E2D-9437-424F-96A7-209FE0BD2D14}" dt="2026-07-26T18:16:32.098" v="1387" actId="1076"/>
          <ac:picMkLst>
            <pc:docMk/>
            <pc:sldMk cId="2928077398" sldId="588"/>
            <ac:picMk id="8" creationId="{B3CF70A0-5E37-D1B4-66C9-96EF0D5BDE48}"/>
          </ac:picMkLst>
        </pc:picChg>
      </pc:sldChg>
      <pc:sldChg chg="addSp delSp modSp mod">
        <pc:chgData name="Etikala Vivek Reddy" userId="b401f466d5ede7c0" providerId="LiveId" clId="{16511E2D-9437-424F-96A7-209FE0BD2D14}" dt="2026-07-26T18:24:31.779" v="1465" actId="14100"/>
        <pc:sldMkLst>
          <pc:docMk/>
          <pc:sldMk cId="942461955" sldId="589"/>
        </pc:sldMkLst>
        <pc:spChg chg="mod">
          <ac:chgData name="Etikala Vivek Reddy" userId="b401f466d5ede7c0" providerId="LiveId" clId="{16511E2D-9437-424F-96A7-209FE0BD2D14}" dt="2026-07-26T18:21:59.626" v="1445" actId="27636"/>
          <ac:spMkLst>
            <pc:docMk/>
            <pc:sldMk cId="942461955" sldId="589"/>
            <ac:spMk id="5" creationId="{6ED42655-C934-9344-F803-EF777A6BEDEB}"/>
          </ac:spMkLst>
        </pc:spChg>
        <pc:spChg chg="add mod">
          <ac:chgData name="Etikala Vivek Reddy" userId="b401f466d5ede7c0" providerId="LiveId" clId="{16511E2D-9437-424F-96A7-209FE0BD2D14}" dt="2026-07-26T18:24:31.779" v="1465" actId="14100"/>
          <ac:spMkLst>
            <pc:docMk/>
            <pc:sldMk cId="942461955" sldId="589"/>
            <ac:spMk id="10" creationId="{D64122D4-E2C7-3763-FE74-05533EE02A92}"/>
          </ac:spMkLst>
        </pc:spChg>
        <pc:picChg chg="add mod">
          <ac:chgData name="Etikala Vivek Reddy" userId="b401f466d5ede7c0" providerId="LiveId" clId="{16511E2D-9437-424F-96A7-209FE0BD2D14}" dt="2026-07-26T18:22:59.050" v="1457" actId="14100"/>
          <ac:picMkLst>
            <pc:docMk/>
            <pc:sldMk cId="942461955" sldId="589"/>
            <ac:picMk id="3" creationId="{48E6B6BB-39E3-6048-3309-96B5265F6BF0}"/>
          </ac:picMkLst>
        </pc:picChg>
        <pc:picChg chg="del">
          <ac:chgData name="Etikala Vivek Reddy" userId="b401f466d5ede7c0" providerId="LiveId" clId="{16511E2D-9437-424F-96A7-209FE0BD2D14}" dt="2026-07-26T18:17:24.704" v="1394" actId="478"/>
          <ac:picMkLst>
            <pc:docMk/>
            <pc:sldMk cId="942461955" sldId="589"/>
            <ac:picMk id="7" creationId="{05A65EAE-9330-4ECA-8D19-8B63FECCF9CF}"/>
          </ac:picMkLst>
        </pc:picChg>
        <pc:picChg chg="add mod">
          <ac:chgData name="Etikala Vivek Reddy" userId="b401f466d5ede7c0" providerId="LiveId" clId="{16511E2D-9437-424F-96A7-209FE0BD2D14}" dt="2026-07-26T18:22:54.031" v="1456" actId="14100"/>
          <ac:picMkLst>
            <pc:docMk/>
            <pc:sldMk cId="942461955" sldId="589"/>
            <ac:picMk id="8" creationId="{FB63DCF4-DEBA-7534-C308-54E07BC62213}"/>
          </ac:picMkLst>
        </pc:picChg>
      </pc:sldChg>
      <pc:sldChg chg="addSp delSp modSp mod">
        <pc:chgData name="Etikala Vivek Reddy" userId="b401f466d5ede7c0" providerId="LiveId" clId="{16511E2D-9437-424F-96A7-209FE0BD2D14}" dt="2026-07-26T18:32:24.025" v="1580" actId="1076"/>
        <pc:sldMkLst>
          <pc:docMk/>
          <pc:sldMk cId="3546780455" sldId="590"/>
        </pc:sldMkLst>
        <pc:spChg chg="add mod">
          <ac:chgData name="Etikala Vivek Reddy" userId="b401f466d5ede7c0" providerId="LiveId" clId="{16511E2D-9437-424F-96A7-209FE0BD2D14}" dt="2026-07-26T18:30:46.162" v="1560" actId="20577"/>
          <ac:spMkLst>
            <pc:docMk/>
            <pc:sldMk cId="3546780455" sldId="590"/>
            <ac:spMk id="3" creationId="{403D987D-C450-D63E-1600-8CAFA4F4C52A}"/>
          </ac:spMkLst>
        </pc:spChg>
        <pc:spChg chg="mod">
          <ac:chgData name="Etikala Vivek Reddy" userId="b401f466d5ede7c0" providerId="LiveId" clId="{16511E2D-9437-424F-96A7-209FE0BD2D14}" dt="2026-07-26T18:30:07.646" v="1496" actId="1076"/>
          <ac:spMkLst>
            <pc:docMk/>
            <pc:sldMk cId="3546780455" sldId="590"/>
            <ac:spMk id="5" creationId="{6ED42655-C934-9344-F803-EF777A6BEDEB}"/>
          </ac:spMkLst>
        </pc:spChg>
        <pc:picChg chg="del">
          <ac:chgData name="Etikala Vivek Reddy" userId="b401f466d5ede7c0" providerId="LiveId" clId="{16511E2D-9437-424F-96A7-209FE0BD2D14}" dt="2026-07-26T18:24:35.094" v="1466" actId="478"/>
          <ac:picMkLst>
            <pc:docMk/>
            <pc:sldMk cId="3546780455" sldId="590"/>
            <ac:picMk id="6" creationId="{093A6A97-B270-4BAE-BE6D-E626D4097BE4}"/>
          </ac:picMkLst>
        </pc:picChg>
        <pc:picChg chg="add mod">
          <ac:chgData name="Etikala Vivek Reddy" userId="b401f466d5ede7c0" providerId="LiveId" clId="{16511E2D-9437-424F-96A7-209FE0BD2D14}" dt="2026-07-26T18:32:15.515" v="1578" actId="14100"/>
          <ac:picMkLst>
            <pc:docMk/>
            <pc:sldMk cId="3546780455" sldId="590"/>
            <ac:picMk id="8" creationId="{F1F5CA8F-C928-4BC9-937B-21CCF064DE57}"/>
          </ac:picMkLst>
        </pc:picChg>
        <pc:picChg chg="add mod">
          <ac:chgData name="Etikala Vivek Reddy" userId="b401f466d5ede7c0" providerId="LiveId" clId="{16511E2D-9437-424F-96A7-209FE0BD2D14}" dt="2026-07-26T18:32:24.025" v="1580" actId="1076"/>
          <ac:picMkLst>
            <pc:docMk/>
            <pc:sldMk cId="3546780455" sldId="590"/>
            <ac:picMk id="10" creationId="{F9F7158E-C48A-8D27-D21B-553842A2C170}"/>
          </ac:picMkLst>
        </pc:picChg>
      </pc:sldChg>
      <pc:sldChg chg="delSp modSp del mod">
        <pc:chgData name="Etikala Vivek Reddy" userId="b401f466d5ede7c0" providerId="LiveId" clId="{16511E2D-9437-424F-96A7-209FE0BD2D14}" dt="2026-07-26T18:33:16.782" v="1581" actId="47"/>
        <pc:sldMkLst>
          <pc:docMk/>
          <pc:sldMk cId="2275146500" sldId="591"/>
        </pc:sldMkLst>
        <pc:spChg chg="mod">
          <ac:chgData name="Etikala Vivek Reddy" userId="b401f466d5ede7c0" providerId="LiveId" clId="{16511E2D-9437-424F-96A7-209FE0BD2D14}" dt="2026-07-26T18:31:01.402" v="1563" actId="5793"/>
          <ac:spMkLst>
            <pc:docMk/>
            <pc:sldMk cId="2275146500" sldId="591"/>
            <ac:spMk id="5" creationId="{6ED42655-C934-9344-F803-EF777A6BEDEB}"/>
          </ac:spMkLst>
        </pc:spChg>
        <pc:picChg chg="del">
          <ac:chgData name="Etikala Vivek Reddy" userId="b401f466d5ede7c0" providerId="LiveId" clId="{16511E2D-9437-424F-96A7-209FE0BD2D14}" dt="2026-07-26T18:30:58.456" v="1561" actId="478"/>
          <ac:picMkLst>
            <pc:docMk/>
            <pc:sldMk cId="2275146500" sldId="591"/>
            <ac:picMk id="2" creationId="{F0F4637C-3809-4FF0-A0ED-B1DF8EC7737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0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4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5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1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5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6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2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7E7D1-18E9-4FCA-A891-5E948E9F1D17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24382-CAFE-4BC1-8D04-999FB0D8C64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48587" name="object 3"/>
          <p:cNvSpPr txBox="1">
            <a:spLocks noGrp="1"/>
          </p:cNvSpPr>
          <p:nvPr>
            <p:ph type="title"/>
          </p:nvPr>
        </p:nvSpPr>
        <p:spPr>
          <a:xfrm>
            <a:off x="2603095" y="380338"/>
            <a:ext cx="703874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EngageTrack</a:t>
            </a: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Multi-Agents for Presence Recognition &amp; Intelligent Monitoring LMS 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48589" name="object 6"/>
          <p:cNvSpPr txBox="1"/>
          <p:nvPr/>
        </p:nvSpPr>
        <p:spPr>
          <a:xfrm>
            <a:off x="3623372" y="5088548"/>
            <a:ext cx="4941952" cy="1257427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indent="-635" algn="ctr">
              <a:lnSpc>
                <a:spcPct val="104900"/>
              </a:lnSpc>
            </a:pPr>
            <a:r>
              <a:rPr lang="en-IN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Cyber Security 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Engineering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sz="2000" b="1" spc="-1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Malla Reddy University</a:t>
            </a:r>
          </a:p>
          <a:p>
            <a:pPr marL="12700" marR="5080" indent="-635" algn="ctr">
              <a:lnSpc>
                <a:spcPct val="104900"/>
              </a:lnSpc>
            </a:pPr>
            <a:r>
              <a:rPr lang="en-IN" sz="2000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Hyderabad, </a:t>
            </a:r>
            <a:r>
              <a:rPr lang="en-IN" sz="2000" b="1" spc="-70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Telangana,</a:t>
            </a:r>
            <a:r>
              <a:rPr lang="en-IN" sz="2000" b="1" spc="-30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b="1" spc="-5" dirty="0">
                <a:solidFill>
                  <a:srgbClr val="0004A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2" name="object 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9600" y="4693422"/>
            <a:ext cx="1752600" cy="1680972"/>
          </a:xfrm>
          <a:prstGeom prst="rect">
            <a:avLst/>
          </a:prstGeom>
        </p:spPr>
      </p:pic>
      <p:sp>
        <p:nvSpPr>
          <p:cNvPr id="1048590" name="TextBox 7"/>
          <p:cNvSpPr txBox="1"/>
          <p:nvPr/>
        </p:nvSpPr>
        <p:spPr>
          <a:xfrm>
            <a:off x="3553581" y="3416870"/>
            <a:ext cx="4755324" cy="1269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ctr">
              <a:spcBef>
                <a:spcPts val="120"/>
              </a:spcBef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IN"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</a:t>
            </a:r>
            <a:r>
              <a:rPr lang="en-IN" sz="2000" b="1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marL="12700" algn="ctr">
              <a:spcBef>
                <a:spcPts val="120"/>
              </a:spcBef>
            </a:pPr>
            <a:endParaRPr lang="en-IN" b="1" spc="-4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>
              <a:spcBef>
                <a:spcPts val="120"/>
              </a:spcBef>
            </a:pPr>
            <a:r>
              <a:rPr lang="en-IN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(Assistant Professor)</a:t>
            </a:r>
          </a:p>
          <a:p>
            <a:pPr marL="12700" algn="ctr">
              <a:spcBef>
                <a:spcPts val="120"/>
              </a:spcBef>
            </a:pPr>
            <a:endParaRPr lang="en-IN" b="1" spc="-4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TextBox 8"/>
          <p:cNvSpPr txBox="1"/>
          <p:nvPr/>
        </p:nvSpPr>
        <p:spPr>
          <a:xfrm>
            <a:off x="5649502" y="1408825"/>
            <a:ext cx="4448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7C4CA-CA81-45E7-831F-559F5E30F6E2}"/>
              </a:ext>
            </a:extLst>
          </p:cNvPr>
          <p:cNvSpPr txBox="1"/>
          <p:nvPr/>
        </p:nvSpPr>
        <p:spPr>
          <a:xfrm>
            <a:off x="3949148" y="1815548"/>
            <a:ext cx="17003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2311CS040044</a:t>
            </a:r>
          </a:p>
          <a:p>
            <a:r>
              <a:rPr lang="en-US" dirty="0"/>
              <a:t>2311CS040049</a:t>
            </a:r>
          </a:p>
          <a:p>
            <a:r>
              <a:rPr lang="en-US" dirty="0"/>
              <a:t>2311CS040050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890B3-702A-4378-8ABF-40CCB19A72E6}"/>
              </a:ext>
            </a:extLst>
          </p:cNvPr>
          <p:cNvSpPr txBox="1"/>
          <p:nvPr/>
        </p:nvSpPr>
        <p:spPr>
          <a:xfrm>
            <a:off x="5931243" y="1815548"/>
            <a:ext cx="3526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 Sai Charan Reddy</a:t>
            </a:r>
          </a:p>
          <a:p>
            <a:r>
              <a:rPr lang="en-US" dirty="0"/>
              <a:t>E Shiva Shankar Reddy</a:t>
            </a:r>
          </a:p>
          <a:p>
            <a:r>
              <a:rPr lang="en-US" dirty="0"/>
              <a:t>E Vivek Reddy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48593" name="Title 1"/>
          <p:cNvSpPr txBox="1"/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8D1A8-A519-5053-F2C1-F5AFA988EC4C}"/>
              </a:ext>
            </a:extLst>
          </p:cNvPr>
          <p:cNvSpPr txBox="1"/>
          <p:nvPr/>
        </p:nvSpPr>
        <p:spPr>
          <a:xfrm>
            <a:off x="990600" y="1756824"/>
            <a:ext cx="9931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415" marR="5080" indent="-6350" algn="just">
              <a:spcBef>
                <a:spcPts val="600"/>
              </a:spcBef>
            </a:pPr>
            <a:r>
              <a:rPr lang="en-IN" dirty="0" err="1"/>
              <a:t>EngageTrack</a:t>
            </a:r>
            <a:r>
              <a:rPr lang="en-IN" dirty="0"/>
              <a:t> is an </a:t>
            </a:r>
            <a:r>
              <a:rPr lang="en-IN" b="1" dirty="0"/>
              <a:t>AI-powered classroom monitoring and engagement analysis system</a:t>
            </a:r>
            <a:r>
              <a:rPr lang="en-IN" dirty="0"/>
              <a:t> designed to enhance the effectiveness of online learning environments using </a:t>
            </a:r>
            <a:r>
              <a:rPr lang="en-IN" b="1" dirty="0"/>
              <a:t>real-time computer vision and multi-agent intelligence</a:t>
            </a:r>
            <a:r>
              <a:rPr lang="en-IN" dirty="0"/>
              <a:t>. The system goes beyond traditional attendance tracking by continuously </a:t>
            </a:r>
            <a:r>
              <a:rPr lang="en-IN" dirty="0" err="1"/>
              <a:t>analyzing</a:t>
            </a:r>
            <a:r>
              <a:rPr lang="en-IN" dirty="0"/>
              <a:t> </a:t>
            </a:r>
            <a:r>
              <a:rPr lang="en-IN" b="1" dirty="0"/>
              <a:t>student presence, attentiveness, and identity</a:t>
            </a:r>
            <a:r>
              <a:rPr lang="en-IN" dirty="0"/>
              <a:t> during live virtual sessions. Using </a:t>
            </a:r>
            <a:r>
              <a:rPr lang="en-IN" b="1" dirty="0"/>
              <a:t>facial detection, facial landmark analysis, and head-pose estimation</a:t>
            </a:r>
            <a:r>
              <a:rPr lang="en-IN" dirty="0"/>
              <a:t>, </a:t>
            </a:r>
            <a:r>
              <a:rPr lang="en-IN" dirty="0" err="1"/>
              <a:t>EngageTrack</a:t>
            </a:r>
            <a:r>
              <a:rPr lang="en-IN" dirty="0"/>
              <a:t> verifies whether enrolled students remain present and actively engaged throughout a class. Independent AI agents collaboratively monitor attendance, detect signs of disengagement, and identify potential </a:t>
            </a:r>
            <a:r>
              <a:rPr lang="en-IN" b="1" dirty="0"/>
              <a:t>proxy attendance or identity changes</a:t>
            </a:r>
            <a:r>
              <a:rPr lang="en-IN" dirty="0"/>
              <a:t>, thereby supporting academic integrity. Built using technologies such as </a:t>
            </a:r>
            <a:r>
              <a:rPr lang="en-IN" b="1" dirty="0"/>
              <a:t>OpenCV, </a:t>
            </a:r>
            <a:r>
              <a:rPr lang="en-IN" b="1" dirty="0" err="1"/>
              <a:t>MediaPipe</a:t>
            </a:r>
            <a:r>
              <a:rPr lang="en-IN" b="1" dirty="0"/>
              <a:t>, Python, and modern web frameworks</a:t>
            </a:r>
            <a:r>
              <a:rPr lang="en-IN" dirty="0"/>
              <a:t>, the system operates on top of existing video-conferencing platforms without requiring complex infrastructure modifications. </a:t>
            </a:r>
            <a:r>
              <a:rPr lang="en-IN" dirty="0" err="1"/>
              <a:t>EngageTrack</a:t>
            </a:r>
            <a:r>
              <a:rPr lang="en-IN" dirty="0"/>
              <a:t> provides educators with meaningful insights into student participation while maintaining a </a:t>
            </a:r>
            <a:r>
              <a:rPr lang="en-IN" b="1" dirty="0"/>
              <a:t>human-in-the-loop approach</a:t>
            </a:r>
            <a:r>
              <a:rPr lang="en-IN" dirty="0"/>
              <a:t> to minimize bias, false positives, and privacy concerns.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3181709" cy="652792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>
          <a:xfrm>
            <a:off x="838200" y="1583704"/>
            <a:ext cx="10033000" cy="51799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Problem Definition</a:t>
            </a:r>
          </a:p>
          <a:p>
            <a:pPr marL="0" indent="0" algn="just">
              <a:buNone/>
            </a:pPr>
            <a:r>
              <a:rPr lang="en-IN" sz="1800" dirty="0"/>
              <a:t>Current online learning platforms can record student attendance but cannot accurately determine whether a student is </a:t>
            </a:r>
            <a:r>
              <a:rPr lang="en-IN" sz="1800" b="1" dirty="0"/>
              <a:t>genuinely present, attentive, or being represented by someone else</a:t>
            </a:r>
            <a:r>
              <a:rPr lang="en-IN" sz="1800" dirty="0"/>
              <a:t> throughout a live session. This lack of continuous monitoring can result in </a:t>
            </a:r>
            <a:r>
              <a:rPr lang="en-IN" sz="1800" b="1" dirty="0"/>
              <a:t>low engagement, proxy attendance, identity changes, and reduced academic integrity</a:t>
            </a:r>
            <a:r>
              <a:rPr lang="en-IN" sz="1800" dirty="0"/>
              <a:t>. Therefore, there is a need for an intelligent system that can automatically verify student presence, </a:t>
            </a:r>
            <a:r>
              <a:rPr lang="en-IN" sz="1800" dirty="0" err="1"/>
              <a:t>analyze</a:t>
            </a:r>
            <a:r>
              <a:rPr lang="en-IN" sz="1800" dirty="0"/>
              <a:t> engagement levels, and detect identity changes during online classes using </a:t>
            </a:r>
            <a:r>
              <a:rPr lang="en-IN" sz="1800" b="1" dirty="0"/>
              <a:t>Computer Vision and Multi-Agent AI techniques</a:t>
            </a:r>
            <a:r>
              <a:rPr lang="en-IN" sz="1800" dirty="0"/>
              <a:t>. 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marL="0" indent="0" algn="just">
              <a:buNone/>
            </a:pPr>
            <a:r>
              <a:rPr lang="en-IN" sz="1800" dirty="0" err="1"/>
              <a:t>EngageTrack</a:t>
            </a:r>
            <a:r>
              <a:rPr lang="en-IN" sz="1800" dirty="0"/>
              <a:t> is an </a:t>
            </a:r>
            <a:r>
              <a:rPr lang="en-IN" sz="1800" b="1" dirty="0"/>
              <a:t>AI-powered online classroom monitoring system</a:t>
            </a:r>
            <a:r>
              <a:rPr lang="en-IN" sz="1800" dirty="0"/>
              <a:t> that combines Computer Vision and Multi-Agent Intelligence to improve attendance and engagement monitoring. It </a:t>
            </a:r>
            <a:r>
              <a:rPr lang="en-IN" sz="1800" dirty="0" err="1"/>
              <a:t>analyzes</a:t>
            </a:r>
            <a:r>
              <a:rPr lang="en-IN" sz="1800" dirty="0"/>
              <a:t> live video streams using </a:t>
            </a:r>
            <a:r>
              <a:rPr lang="en-IN" sz="1800" b="1" dirty="0"/>
              <a:t>facial detection, facial landmarks, and head-pose/attention analysis</a:t>
            </a:r>
            <a:r>
              <a:rPr lang="en-IN" sz="1800" dirty="0"/>
              <a:t> to verify student presence and attentiveness. Independent agents monitor </a:t>
            </a:r>
            <a:r>
              <a:rPr lang="en-IN" sz="1800" b="1" dirty="0"/>
              <a:t>attendance, engagement, and identity integrity</a:t>
            </a:r>
            <a:r>
              <a:rPr lang="en-IN" sz="1800" dirty="0"/>
              <a:t>, while detected information is stored and presented to educators through reports and analytics. The system aims to create a more </a:t>
            </a:r>
            <a:r>
              <a:rPr lang="en-IN" sz="1800" b="1" dirty="0"/>
              <a:t>interactive, secure, and accountable online learning environment</a:t>
            </a:r>
            <a:r>
              <a:rPr lang="en-IN" sz="1800" dirty="0"/>
              <a:t> while supporting academic integrity. 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422C-BAE7-EA41-A688-09D5138E8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440502" cy="518795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EC0F1-9C19-B677-F392-2831CD230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2723"/>
            <a:ext cx="10154920" cy="50821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Objectives of the Project</a:t>
            </a:r>
          </a:p>
          <a:p>
            <a:pPr algn="just"/>
            <a:r>
              <a:rPr lang="en-IN" sz="1800" b="1" dirty="0"/>
              <a:t>Automate Attendance Verification:</a:t>
            </a:r>
            <a:r>
              <a:rPr lang="en-IN" sz="1800" dirty="0"/>
              <a:t> To automatically verify student attendance and ensure that the enrolled student remains present throughout the live online session.</a:t>
            </a:r>
          </a:p>
          <a:p>
            <a:pPr algn="just"/>
            <a:r>
              <a:rPr lang="en-IN" sz="1800" b="1" dirty="0"/>
              <a:t>Monitor Student Engagement:</a:t>
            </a:r>
            <a:r>
              <a:rPr lang="en-IN" sz="1800" dirty="0"/>
              <a:t> To </a:t>
            </a:r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facial expressions, head movements, and attention levels</a:t>
            </a:r>
            <a:r>
              <a:rPr lang="en-IN" sz="1800" dirty="0"/>
              <a:t> in real time and identify signs of student disengagement.</a:t>
            </a:r>
          </a:p>
          <a:p>
            <a:pPr algn="just"/>
            <a:r>
              <a:rPr lang="en-IN" sz="1800" b="1" dirty="0"/>
              <a:t>Detect Proxy Attendance &amp; Identity Changes:</a:t>
            </a:r>
            <a:r>
              <a:rPr lang="en-IN" sz="1800" dirty="0"/>
              <a:t> To continuously verify student identity and detect possible </a:t>
            </a:r>
            <a:r>
              <a:rPr lang="en-IN" sz="1800" b="1" dirty="0"/>
              <a:t>identity changes or proxy attendance</a:t>
            </a:r>
            <a:r>
              <a:rPr lang="en-IN" sz="1800" dirty="0"/>
              <a:t> during live classes, supporting academic integrity.</a:t>
            </a:r>
          </a:p>
          <a:p>
            <a:pPr algn="just"/>
            <a:r>
              <a:rPr lang="en-IN" sz="1800" b="1" dirty="0"/>
              <a:t>Implement Multi-Agent Intelligence:</a:t>
            </a:r>
            <a:r>
              <a:rPr lang="en-IN" sz="1800" dirty="0"/>
              <a:t> To use independent </a:t>
            </a:r>
            <a:r>
              <a:rPr lang="en-IN" sz="1800" b="1" dirty="0"/>
              <a:t>Attendance, Engagement, and Integrity Agents</a:t>
            </a:r>
            <a:r>
              <a:rPr lang="en-IN" sz="1800" dirty="0"/>
              <a:t> that work together to intelligently monitor student participation.</a:t>
            </a:r>
          </a:p>
          <a:p>
            <a:pPr algn="just"/>
            <a:r>
              <a:rPr lang="en-IN" sz="1800" b="1" dirty="0"/>
              <a:t>Provide Real-Time Insights:</a:t>
            </a:r>
            <a:r>
              <a:rPr lang="en-IN" sz="1800" dirty="0"/>
              <a:t> To provide teachers with meaningful </a:t>
            </a:r>
            <a:r>
              <a:rPr lang="en-IN" sz="1800" b="1" dirty="0"/>
              <a:t>attendance statistics, engagement analytics, alerts, and participation insights</a:t>
            </a:r>
            <a:r>
              <a:rPr lang="en-IN" sz="1800" dirty="0"/>
              <a:t> while maintaining a fair, ethical, and privacy-conscious approach.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AB861B2-4A8C-4EA5-1602-C0B4234D67CF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24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836548" y="298865"/>
            <a:ext cx="10515600" cy="49626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2. System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Analysis</a:t>
            </a:r>
            <a:endParaRPr lang="en-IN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203201" y="945770"/>
            <a:ext cx="11148948" cy="5592418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Existing System</a:t>
            </a:r>
          </a:p>
          <a:p>
            <a:pPr lvl="1" algn="just"/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Literature Survey</a:t>
            </a:r>
          </a:p>
          <a:p>
            <a:pPr lvl="1" algn="just"/>
            <a:r>
              <a:rPr lang="en-IN" sz="1800" dirty="0"/>
              <a:t>Existing online learning and video-conferencing platforms provide features such as </a:t>
            </a:r>
            <a:r>
              <a:rPr lang="en-IN" sz="1800" b="1" dirty="0"/>
              <a:t>virtual classes, communication, and basic attendance tracking</a:t>
            </a:r>
            <a:r>
              <a:rPr lang="en-IN" sz="1800" dirty="0"/>
              <a:t>. However, attendance alone does not ensure that a student remains genuinely present and attentive throughout the session. Current systems have limited capability to continuously </a:t>
            </a:r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student presence, engagement, and identity</a:t>
            </a:r>
            <a:r>
              <a:rPr lang="en-IN" sz="1800" dirty="0"/>
              <a:t> in real time. </a:t>
            </a:r>
            <a:r>
              <a:rPr lang="en-IN" sz="1800" dirty="0" err="1"/>
              <a:t>EngageTrack</a:t>
            </a:r>
            <a:r>
              <a:rPr lang="en-IN" sz="1800" dirty="0"/>
              <a:t> addresses this gap by applying </a:t>
            </a:r>
            <a:r>
              <a:rPr lang="en-IN" sz="1800" b="1" dirty="0"/>
              <a:t>Computer Vision and Multi-Agent AI</a:t>
            </a:r>
            <a:r>
              <a:rPr lang="en-IN" sz="1800" dirty="0"/>
              <a:t> for intelligent monitoring during online classes.</a:t>
            </a:r>
          </a:p>
          <a:p>
            <a:pPr lvl="1" algn="just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</a:t>
            </a:r>
          </a:p>
          <a:p>
            <a:pPr lvl="1" algn="just"/>
            <a:r>
              <a:rPr lang="en-IN" sz="1800" b="1" dirty="0"/>
              <a:t>Basic Attendance Tracking:</a:t>
            </a:r>
            <a:r>
              <a:rPr lang="en-IN" sz="1800" dirty="0"/>
              <a:t> Existing platforms may record attendance but cannot accurately verify whether the student remains present throughout the entire session.</a:t>
            </a:r>
          </a:p>
          <a:p>
            <a:pPr lvl="1" algn="just"/>
            <a:r>
              <a:rPr lang="en-IN" sz="1800" b="1" dirty="0"/>
              <a:t>Limited Engagement Monitoring:</a:t>
            </a:r>
            <a:r>
              <a:rPr lang="en-IN" sz="1800" dirty="0"/>
              <a:t> They cannot effectively determine student attentiveness using facial orientation, head movements, and attention levels.</a:t>
            </a:r>
          </a:p>
          <a:p>
            <a:pPr lvl="1" algn="just"/>
            <a:r>
              <a:rPr lang="en-IN" sz="2000" b="1" dirty="0"/>
              <a:t>Proxy Attendance:</a:t>
            </a:r>
            <a:r>
              <a:rPr lang="en-IN" sz="2000" dirty="0"/>
              <a:t> Existing attendance mechanisms may not detect when another person represents the registered student during an online class.</a:t>
            </a:r>
          </a:p>
          <a:p>
            <a:pPr lvl="1" algn="just"/>
            <a:r>
              <a:rPr lang="en-IN" sz="2000" b="1" dirty="0"/>
              <a:t>Lack of Continuous Identity Verification:</a:t>
            </a:r>
            <a:r>
              <a:rPr lang="en-IN" sz="2000" dirty="0"/>
              <a:t> Student identity is generally not continuously verified throughout a live session, making identity changes difficult to detect.</a:t>
            </a:r>
          </a:p>
          <a:p>
            <a:pPr lvl="1" algn="just"/>
            <a:r>
              <a:rPr lang="en-IN" sz="2000" b="1" dirty="0"/>
              <a:t>Limited Real-Time Insights:</a:t>
            </a:r>
            <a:r>
              <a:rPr lang="en-IN" sz="2000" dirty="0"/>
              <a:t> Educators lack detailed real-time information about student participation and engagement during online classes.</a:t>
            </a:r>
          </a:p>
          <a:p>
            <a:pPr lvl="2"/>
            <a:endParaRPr lang="en-IN" sz="1800" dirty="0"/>
          </a:p>
          <a:p>
            <a:pPr lvl="2" algn="just"/>
            <a:endParaRPr lang="en-US" sz="1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1048602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836548" y="298865"/>
            <a:ext cx="10515600" cy="49626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2. System</a:t>
            </a:r>
            <a:r>
              <a:rPr lang="en-IN" b="1" dirty="0">
                <a:solidFill>
                  <a:srgbClr val="002060"/>
                </a:solidFill>
              </a:rPr>
              <a:t> </a:t>
            </a:r>
            <a:r>
              <a:rPr lang="en-IN" dirty="0">
                <a:solidFill>
                  <a:srgbClr val="002060"/>
                </a:solidFill>
              </a:rPr>
              <a:t>Analysis</a:t>
            </a:r>
            <a:endParaRPr lang="en-IN" dirty="0"/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436880" y="1052106"/>
            <a:ext cx="10515600" cy="5592418"/>
          </a:xfrm>
        </p:spPr>
        <p:txBody>
          <a:bodyPr>
            <a:normAutofit/>
          </a:bodyPr>
          <a:lstStyle/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Proposed System</a:t>
            </a:r>
          </a:p>
          <a:p>
            <a:pPr marL="457200" lvl="1" indent="0" algn="just">
              <a:buNone/>
            </a:pPr>
            <a:r>
              <a:rPr lang="en-IN" sz="1800" dirty="0" err="1"/>
              <a:t>EngageTrack</a:t>
            </a:r>
            <a:r>
              <a:rPr lang="en-IN" sz="1800" dirty="0"/>
              <a:t> is an </a:t>
            </a:r>
            <a:r>
              <a:rPr lang="en-IN" sz="1800" b="1" dirty="0"/>
              <a:t>AI-powered online classroom monitoring system</a:t>
            </a:r>
            <a:r>
              <a:rPr lang="en-IN" sz="1800" dirty="0"/>
              <a:t> that combines </a:t>
            </a:r>
            <a:r>
              <a:rPr lang="en-IN" sz="1800" b="1" dirty="0"/>
              <a:t>Computer Vision and Multi-Agent </a:t>
            </a:r>
            <a:r>
              <a:rPr lang="en-IN" sz="1900" b="1" dirty="0"/>
              <a:t>Intelligence</a:t>
            </a:r>
            <a:r>
              <a:rPr lang="en-IN" sz="1800" dirty="0"/>
              <a:t> to improve attendance and student engagement. It continuously </a:t>
            </a:r>
            <a:r>
              <a:rPr lang="en-IN" sz="1800" dirty="0" err="1"/>
              <a:t>analyzes</a:t>
            </a:r>
            <a:r>
              <a:rPr lang="en-IN" sz="1800" dirty="0"/>
              <a:t> live video to verify student presence, monitor attentiveness, and identify possible identity changes during online classes.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dvantages of Proposed System</a:t>
            </a:r>
          </a:p>
          <a:p>
            <a:pPr lvl="1" algn="just"/>
            <a:r>
              <a:rPr lang="en-IN" sz="1900" b="1" dirty="0"/>
              <a:t>Automated Attendance:</a:t>
            </a:r>
            <a:r>
              <a:rPr lang="en-IN" sz="1900" dirty="0"/>
              <a:t> Continuously verifies student presence during live sessions. </a:t>
            </a:r>
          </a:p>
          <a:p>
            <a:pPr lvl="1" algn="just"/>
            <a:r>
              <a:rPr lang="en-IN" sz="1900" b="1" dirty="0"/>
              <a:t>Engagement Monitoring:</a:t>
            </a:r>
            <a:r>
              <a:rPr lang="en-IN" sz="1900" dirty="0"/>
              <a:t> </a:t>
            </a:r>
            <a:r>
              <a:rPr lang="en-IN" sz="1900" dirty="0" err="1"/>
              <a:t>Analyzes</a:t>
            </a:r>
            <a:r>
              <a:rPr lang="en-IN" sz="1900" dirty="0"/>
              <a:t> facial orientation, eye focus, and head pose to measure attentiveness. </a:t>
            </a:r>
          </a:p>
          <a:p>
            <a:pPr lvl="1" algn="just"/>
            <a:r>
              <a:rPr lang="en-IN" sz="1900" b="1" dirty="0"/>
              <a:t>Academic Integrity:</a:t>
            </a:r>
            <a:r>
              <a:rPr lang="en-IN" sz="1900" dirty="0"/>
              <a:t> Detects possible proxy attendance and identity changes. </a:t>
            </a:r>
          </a:p>
          <a:p>
            <a:pPr lvl="1" algn="just"/>
            <a:r>
              <a:rPr lang="en-IN" sz="1900" b="1" dirty="0"/>
              <a:t>Multi-Agent Intelligence:</a:t>
            </a:r>
            <a:r>
              <a:rPr lang="en-IN" sz="1900" dirty="0"/>
              <a:t> Attendance, Engagement, and Integrity Agents work together for intelligent monitoring.</a:t>
            </a:r>
          </a:p>
          <a:p>
            <a:pPr lvl="1" algn="just"/>
            <a:r>
              <a:rPr lang="en-IN" sz="1900" b="1" dirty="0"/>
              <a:t>Real-Time Insights:</a:t>
            </a:r>
            <a:r>
              <a:rPr lang="en-IN" sz="1900" dirty="0"/>
              <a:t> Provides teachers with attendance statistics, engagement analytics, and alerts.</a:t>
            </a:r>
            <a:endParaRPr lang="en-IN" sz="19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3" indent="0" algn="just">
              <a:buNone/>
            </a:pPr>
            <a:endParaRPr lang="en-US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139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2. System Analysis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470457" y="1225791"/>
            <a:ext cx="9466023" cy="4406418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2.3 Software &amp; Hardware Requirements</a:t>
            </a:r>
          </a:p>
          <a:p>
            <a:pPr marL="457200" lvl="1" indent="0" algn="just">
              <a:buNone/>
            </a:pP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Software Requirements</a:t>
            </a:r>
          </a:p>
          <a:p>
            <a:pPr lvl="2" algn="just"/>
            <a:r>
              <a:rPr lang="en-IN" sz="1800" b="1" dirty="0"/>
              <a:t>Python:</a:t>
            </a:r>
            <a:r>
              <a:rPr lang="en-IN" sz="1800" dirty="0"/>
              <a:t> Core programming language for AI and computer vision processing. </a:t>
            </a:r>
          </a:p>
          <a:p>
            <a:pPr lvl="2" algn="just"/>
            <a:r>
              <a:rPr lang="en-IN" sz="1800" b="1" dirty="0"/>
              <a:t>OpenCV:</a:t>
            </a:r>
            <a:r>
              <a:rPr lang="en-IN" sz="1800" dirty="0"/>
              <a:t> Processes live video feeds and supports face detection. </a:t>
            </a:r>
          </a:p>
          <a:p>
            <a:pPr lvl="2" algn="just"/>
            <a:r>
              <a:rPr lang="en-IN" sz="1800" b="1" dirty="0" err="1"/>
              <a:t>MediaPipe</a:t>
            </a:r>
            <a:r>
              <a:rPr lang="en-IN" sz="1800" b="1" dirty="0"/>
              <a:t>:</a:t>
            </a:r>
            <a:r>
              <a:rPr lang="en-IN" sz="1800" dirty="0"/>
              <a:t> Detects facial landmarks and tracks head movements. </a:t>
            </a:r>
          </a:p>
          <a:p>
            <a:pPr lvl="2" algn="just"/>
            <a:r>
              <a:rPr lang="en-IN" sz="1800" b="1" dirty="0"/>
              <a:t>WebRTC / SDK:</a:t>
            </a:r>
            <a:r>
              <a:rPr lang="en-IN" sz="1800" dirty="0"/>
              <a:t> Provides real-time video conferencing functionality. </a:t>
            </a:r>
          </a:p>
          <a:p>
            <a:pPr lvl="2" algn="just"/>
            <a:r>
              <a:rPr lang="en-IN" sz="1800" b="1" dirty="0"/>
              <a:t>SQLite / Firebase:</a:t>
            </a:r>
            <a:r>
              <a:rPr lang="en-IN" sz="1800" dirty="0"/>
              <a:t> Stores user details, attendance, engagement reports, and alerts.</a:t>
            </a:r>
          </a:p>
          <a:p>
            <a:pPr marL="914400" lvl="2" indent="0" algn="just">
              <a:buNone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lvl="2"/>
            <a:r>
              <a:rPr lang="en-IN" sz="1800" b="1" dirty="0"/>
              <a:t>Computer/Laptop</a:t>
            </a:r>
            <a:r>
              <a:rPr lang="en-IN" sz="1800" dirty="0"/>
              <a:t> for accessing and running the application. </a:t>
            </a:r>
          </a:p>
          <a:p>
            <a:pPr lvl="2"/>
            <a:r>
              <a:rPr lang="en-IN" sz="1800" b="1" dirty="0"/>
              <a:t>Webcam</a:t>
            </a:r>
            <a:r>
              <a:rPr lang="en-IN" sz="1800" dirty="0"/>
              <a:t> for real-time student video capture. </a:t>
            </a:r>
          </a:p>
          <a:p>
            <a:pPr lvl="2"/>
            <a:r>
              <a:rPr lang="en-IN" sz="1800" b="1" dirty="0"/>
              <a:t>Stable Internet Connection</a:t>
            </a:r>
            <a:r>
              <a:rPr lang="en-IN" sz="1800" dirty="0"/>
              <a:t> for online classroom sessions. </a:t>
            </a:r>
          </a:p>
          <a:p>
            <a:pPr lvl="2"/>
            <a:r>
              <a:rPr lang="en-IN" sz="1800" b="1" dirty="0"/>
              <a:t>Processor &amp; Memory</a:t>
            </a:r>
            <a:r>
              <a:rPr lang="en-IN" sz="1800" dirty="0"/>
              <a:t> capable of supporting real-time video analysis. </a:t>
            </a:r>
          </a:p>
          <a:p>
            <a:pPr lvl="2" algn="just"/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endParaRPr lang="en-IN" sz="1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386080" y="1241201"/>
            <a:ext cx="10368060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Modules Design</a:t>
            </a:r>
          </a:p>
          <a:p>
            <a:pPr marL="457200" lvl="1" indent="0">
              <a:buNone/>
            </a:pPr>
            <a:r>
              <a:rPr lang="en-IN" sz="1800" b="1" dirty="0"/>
              <a:t>Authentication Module</a:t>
            </a:r>
          </a:p>
          <a:p>
            <a:pPr lvl="1" algn="just"/>
            <a:r>
              <a:rPr lang="en-IN" sz="1800" dirty="0"/>
              <a:t>The Authentication Module verifies </a:t>
            </a:r>
            <a:r>
              <a:rPr lang="en-IN" sz="1800" b="1" dirty="0"/>
              <a:t>students and faculty members</a:t>
            </a:r>
            <a:r>
              <a:rPr lang="en-IN" sz="1800" dirty="0"/>
              <a:t> using login credentials and OTP/email verification. It ensures that only authorized users can access the online classroom and system resources.</a:t>
            </a:r>
          </a:p>
          <a:p>
            <a:pPr marL="457200" lvl="1" indent="0">
              <a:buNone/>
            </a:pPr>
            <a:r>
              <a:rPr lang="en-IN" sz="1800" b="1" dirty="0"/>
              <a:t>Video Conferencing Module</a:t>
            </a:r>
          </a:p>
          <a:p>
            <a:pPr lvl="1" algn="just"/>
            <a:r>
              <a:rPr lang="en-IN" sz="1800" dirty="0"/>
              <a:t>This module provides the </a:t>
            </a:r>
            <a:r>
              <a:rPr lang="en-IN" sz="1800" b="1" dirty="0"/>
              <a:t>live virtual classroom environment</a:t>
            </a:r>
            <a:r>
              <a:rPr lang="en-IN" sz="1800" dirty="0"/>
              <a:t> using WebRTC or a video-conferencing SDK. It captures real-time video streams of students for further monitoring and analysis.</a:t>
            </a:r>
          </a:p>
          <a:p>
            <a:pPr marL="457200" lvl="1" indent="0">
              <a:buNone/>
            </a:pPr>
            <a:r>
              <a:rPr lang="en-IN" sz="1800" b="1" dirty="0"/>
              <a:t>Computer Vision Module</a:t>
            </a:r>
          </a:p>
          <a:p>
            <a:pPr lvl="1" algn="just"/>
            <a:r>
              <a:rPr lang="en-IN" sz="1800" dirty="0"/>
              <a:t>The Computer Vision Module processes live video using </a:t>
            </a:r>
            <a:r>
              <a:rPr lang="en-IN" sz="1800" b="1" dirty="0"/>
              <a:t>OpenCV and </a:t>
            </a:r>
            <a:r>
              <a:rPr lang="en-IN" sz="1800" b="1" dirty="0" err="1"/>
              <a:t>MediaPipe</a:t>
            </a:r>
            <a:r>
              <a:rPr lang="en-IN" sz="1800" dirty="0"/>
              <a:t>. It detects faces, extracts facial landmarks, and tracks head movements to collect information about student presence and attention.</a:t>
            </a:r>
          </a:p>
          <a:p>
            <a:pPr marL="457200" lvl="1" indent="0">
              <a:buNone/>
            </a:pPr>
            <a:r>
              <a:rPr lang="en-IN" sz="1800" b="1" dirty="0"/>
              <a:t>Attendance Agent Module</a:t>
            </a:r>
          </a:p>
          <a:p>
            <a:pPr lvl="1" algn="just"/>
            <a:r>
              <a:rPr lang="en-IN" sz="1800" dirty="0"/>
              <a:t>The Attendance Agent continuously checks whether the registered student remains visible during the session. It records attendance and identifies prolonged absence from the camera.</a:t>
            </a:r>
          </a:p>
          <a:p>
            <a:pPr marL="457200" lvl="1" indent="0">
              <a:buNone/>
            </a:pPr>
            <a:r>
              <a:rPr lang="en-IN" sz="1800" b="1" dirty="0"/>
              <a:t>Engagement Agent Module</a:t>
            </a:r>
          </a:p>
          <a:p>
            <a:pPr lvl="1" algn="just"/>
            <a:r>
              <a:rPr lang="en-IN" sz="1800" dirty="0"/>
              <a:t>The Engagement Agent </a:t>
            </a:r>
            <a:r>
              <a:rPr lang="en-IN" sz="1800" dirty="0" err="1"/>
              <a:t>analyzes</a:t>
            </a:r>
            <a:r>
              <a:rPr lang="en-IN" sz="1800" dirty="0"/>
              <a:t> </a:t>
            </a:r>
            <a:r>
              <a:rPr lang="en-IN" sz="1800" b="1" dirty="0"/>
              <a:t>facial orientation, eye focus, and head pose</a:t>
            </a:r>
            <a:r>
              <a:rPr lang="en-IN" sz="1800" dirty="0"/>
              <a:t> to determine student attentiveness and identify possible disengagement.</a:t>
            </a:r>
          </a:p>
          <a:p>
            <a:pPr marL="457200" lvl="1" indent="0">
              <a:buNone/>
            </a:pPr>
            <a:endParaRPr lang="en-IN" sz="1800" dirty="0"/>
          </a:p>
          <a:p>
            <a:pPr marL="914400" lvl="2" indent="0" algn="just">
              <a:buNone/>
            </a:pP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133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-18548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Architectural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836548" y="1140082"/>
            <a:ext cx="10054972" cy="55817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Integrity Agent Module</a:t>
            </a:r>
          </a:p>
          <a:p>
            <a:pPr algn="just"/>
            <a:r>
              <a:rPr lang="en-IN" sz="2000" dirty="0"/>
              <a:t>The Integrity Agent continuously verifies student identity and detects possible </a:t>
            </a:r>
            <a:r>
              <a:rPr lang="en-IN" sz="2000" b="1" dirty="0"/>
              <a:t>identity changes or proxy attendance</a:t>
            </a:r>
            <a:r>
              <a:rPr lang="en-IN" sz="2000" dirty="0"/>
              <a:t>, flagging suspicious activity for review. </a:t>
            </a:r>
          </a:p>
          <a:p>
            <a:pPr marL="0" indent="0">
              <a:buNone/>
            </a:pPr>
            <a:r>
              <a:rPr lang="en-IN" sz="2000" b="1" dirty="0"/>
              <a:t>Database Management Module</a:t>
            </a:r>
          </a:p>
          <a:p>
            <a:pPr algn="just"/>
            <a:r>
              <a:rPr lang="en-IN" sz="2000" dirty="0"/>
              <a:t>Stores </a:t>
            </a:r>
            <a:r>
              <a:rPr lang="en-IN" sz="2000" b="1" dirty="0"/>
              <a:t>user details, attendance records, engagement reports, session logs, and alerts</a:t>
            </a:r>
            <a:r>
              <a:rPr lang="en-IN" sz="2000" dirty="0"/>
              <a:t> using SQLite or Firebase.</a:t>
            </a:r>
          </a:p>
          <a:p>
            <a:pPr marL="0" indent="0">
              <a:buNone/>
            </a:pPr>
            <a:r>
              <a:rPr lang="en-IN" sz="2000" b="1" dirty="0"/>
              <a:t>Dashboard &amp; Reporting Module</a:t>
            </a:r>
          </a:p>
          <a:p>
            <a:pPr algn="just"/>
            <a:r>
              <a:rPr lang="en-IN" sz="2000" dirty="0"/>
              <a:t>Provides teachers and administrators with </a:t>
            </a:r>
            <a:r>
              <a:rPr lang="en-IN" sz="2000" b="1" dirty="0"/>
              <a:t>attendance statistics, engagement analytics, integrity alerts, and performance reports</a:t>
            </a:r>
            <a:r>
              <a:rPr lang="en-IN" sz="2000" dirty="0"/>
              <a:t> through an interactive dashboard. </a:t>
            </a:r>
          </a:p>
          <a:p>
            <a:pPr marL="457200" lvl="1" indent="0" algn="just">
              <a:buNone/>
            </a:pP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564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3.3.1 Architectural Diagram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03E94-9A09-89D4-DC49-612607D89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28800"/>
            <a:ext cx="10988041" cy="417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7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9484360" cy="4351338"/>
          </a:xfrm>
        </p:spPr>
        <p:txBody>
          <a:bodyPr>
            <a:normAutofit/>
          </a:bodyPr>
          <a:lstStyle/>
          <a:p>
            <a:pPr algn="just"/>
            <a:r>
              <a:rPr lang="en-I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diagram Description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800" b="1" dirty="0"/>
              <a:t>Student/Faculty:</a:t>
            </a:r>
            <a:r>
              <a:rPr lang="en-IN" sz="1800" dirty="0"/>
              <a:t> Access the system and participate in live online classroom sessions.</a:t>
            </a:r>
          </a:p>
          <a:p>
            <a:pPr algn="just"/>
            <a:r>
              <a:rPr lang="en-IN" sz="1800" b="1" dirty="0"/>
              <a:t>Authentication:</a:t>
            </a:r>
            <a:r>
              <a:rPr lang="en-IN" sz="1800" dirty="0"/>
              <a:t> Verifies authorized students and faculty using login credentials and OTP/email verification.</a:t>
            </a:r>
          </a:p>
          <a:p>
            <a:pPr algn="just"/>
            <a:r>
              <a:rPr lang="en-IN" sz="1800" b="1" dirty="0"/>
              <a:t>Video Conferencing:</a:t>
            </a:r>
            <a:r>
              <a:rPr lang="en-IN" sz="1800" dirty="0"/>
              <a:t> Provides the live classroom and captures real-time video streams.</a:t>
            </a:r>
          </a:p>
          <a:p>
            <a:pPr algn="just"/>
            <a:r>
              <a:rPr lang="en-IN" sz="1800" b="1" dirty="0"/>
              <a:t>Computer Vision:</a:t>
            </a:r>
            <a:r>
              <a:rPr lang="en-IN" sz="1800" dirty="0"/>
              <a:t> Uses OpenCV and </a:t>
            </a:r>
            <a:r>
              <a:rPr lang="en-IN" sz="1800" dirty="0" err="1"/>
              <a:t>MediaPipe</a:t>
            </a:r>
            <a:r>
              <a:rPr lang="en-IN" sz="1800" dirty="0"/>
              <a:t> to detect faces, facial landmarks, and head movements.</a:t>
            </a:r>
          </a:p>
          <a:p>
            <a:pPr algn="just"/>
            <a:r>
              <a:rPr lang="en-IN" sz="1800" b="1" dirty="0"/>
              <a:t>Multi-Agent System:</a:t>
            </a:r>
            <a:r>
              <a:rPr lang="en-IN" sz="1800" dirty="0"/>
              <a:t> Attendance Agent monitors presence, Engagement Agent </a:t>
            </a:r>
            <a:r>
              <a:rPr lang="en-IN" sz="1800" dirty="0" err="1"/>
              <a:t>analyzes</a:t>
            </a:r>
            <a:r>
              <a:rPr lang="en-IN" sz="1800" dirty="0"/>
              <a:t> attentiveness, and Integrity Agent detects identity changes or proxy attendance.</a:t>
            </a:r>
          </a:p>
          <a:p>
            <a:pPr algn="just"/>
            <a:r>
              <a:rPr lang="en-IN" sz="1800" b="1" dirty="0"/>
              <a:t>Database &amp; Dashboard:</a:t>
            </a:r>
            <a:r>
              <a:rPr lang="en-IN" sz="1800" dirty="0"/>
              <a:t> Monitoring information is stored securely and displayed to teachers as attendance statistics, engagement analytics, reports, and integrity alerts. 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83924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54453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3.3.2 Data Flow Diagram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375F05-32FB-B401-5B83-BE5927909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39" y="1842052"/>
            <a:ext cx="11789068" cy="416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553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48" y="1189519"/>
            <a:ext cx="10515600" cy="5012497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/>
              <a:t>User Authentication:</a:t>
            </a:r>
            <a:r>
              <a:rPr lang="en-IN" sz="1800" dirty="0"/>
              <a:t> Students and faculty log in, and the system verifies their credentials before granting access to the online classroom.</a:t>
            </a:r>
          </a:p>
          <a:p>
            <a:pPr algn="just"/>
            <a:r>
              <a:rPr lang="en-IN" sz="1800" b="1" dirty="0"/>
              <a:t>Live Session:</a:t>
            </a:r>
            <a:r>
              <a:rPr lang="en-IN" sz="1800" dirty="0"/>
              <a:t> The Video Conferencing Module provides the virtual classroom and captures the student's live video stream.</a:t>
            </a:r>
          </a:p>
          <a:p>
            <a:pPr algn="just"/>
            <a:r>
              <a:rPr lang="en-IN" sz="1800" b="1" dirty="0"/>
              <a:t>Computer Vision Processing:</a:t>
            </a:r>
            <a:r>
              <a:rPr lang="en-IN" sz="1800" dirty="0"/>
              <a:t> OpenCV and </a:t>
            </a:r>
            <a:r>
              <a:rPr lang="en-IN" sz="1800" dirty="0" err="1"/>
              <a:t>MediaPipe</a:t>
            </a:r>
            <a:r>
              <a:rPr lang="en-IN" sz="1800" dirty="0"/>
              <a:t> process the video to detect faces, facial landmarks, and head movements.</a:t>
            </a:r>
          </a:p>
          <a:p>
            <a:pPr algn="just"/>
            <a:r>
              <a:rPr lang="en-IN" sz="1800" b="1" dirty="0"/>
              <a:t>Attendance Monitoring:</a:t>
            </a:r>
            <a:r>
              <a:rPr lang="en-IN" sz="1800" dirty="0"/>
              <a:t> The Attendance Agent </a:t>
            </a:r>
            <a:r>
              <a:rPr lang="en-IN" sz="1800" dirty="0" err="1"/>
              <a:t>analyzes</a:t>
            </a:r>
            <a:r>
              <a:rPr lang="en-IN" sz="1800" dirty="0"/>
              <a:t> presence data and records attendance or prolonged absence.</a:t>
            </a:r>
          </a:p>
          <a:p>
            <a:pPr algn="just"/>
            <a:r>
              <a:rPr lang="en-IN" sz="1800" b="1" dirty="0"/>
              <a:t>Engagement Monitoring:</a:t>
            </a:r>
            <a:r>
              <a:rPr lang="en-IN" sz="1800" dirty="0"/>
              <a:t> The Engagement Agent </a:t>
            </a:r>
            <a:r>
              <a:rPr lang="en-IN" sz="1800" dirty="0" err="1"/>
              <a:t>analyzes</a:t>
            </a:r>
            <a:r>
              <a:rPr lang="en-IN" sz="1800" dirty="0"/>
              <a:t> facial orientation, eye focus, and head pose to identify attentiveness or disengagement.</a:t>
            </a:r>
          </a:p>
          <a:p>
            <a:pPr algn="just"/>
            <a:r>
              <a:rPr lang="en-IN" sz="1800" b="1" dirty="0"/>
              <a:t>Integrity Monitoring:</a:t>
            </a:r>
            <a:r>
              <a:rPr lang="en-IN" sz="1800" dirty="0"/>
              <a:t> The Integrity Agent verifies student identity and flags possible identity changes or proxy attendance.</a:t>
            </a:r>
          </a:p>
          <a:p>
            <a:pPr algn="just"/>
            <a:r>
              <a:rPr lang="en-IN" sz="1800" b="1" dirty="0"/>
              <a:t>Data Storage:</a:t>
            </a:r>
            <a:r>
              <a:rPr lang="en-IN" sz="1800" dirty="0"/>
              <a:t> Attendance records, engagement reports, session logs, and integrity alerts are stored in the database.</a:t>
            </a:r>
          </a:p>
          <a:p>
            <a:pPr algn="just"/>
            <a:r>
              <a:rPr lang="en-IN" sz="1800" b="1" dirty="0"/>
              <a:t>Dashboard &amp; Reporting:</a:t>
            </a:r>
            <a:r>
              <a:rPr lang="en-IN" sz="1800" dirty="0"/>
              <a:t> Teachers and administrators receive attendance statistics, engagement analytics, reports, and integrity alerts.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0935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25287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3.3.3 Class Diagram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191FF-1140-D889-3A26-94EA1A0D4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73" y="2047833"/>
            <a:ext cx="9652307" cy="444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19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48" y="1189519"/>
            <a:ext cx="9597772" cy="5012497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/>
              <a:t>User Class:</a:t>
            </a:r>
            <a:r>
              <a:rPr lang="en-IN" sz="1800" dirty="0"/>
              <a:t> Represents all users and manages common information such as user ID, name, email, login, and logout.</a:t>
            </a:r>
          </a:p>
          <a:p>
            <a:pPr algn="just"/>
            <a:r>
              <a:rPr lang="en-IN" sz="1800" b="1" dirty="0"/>
              <a:t>Student Class:</a:t>
            </a:r>
            <a:r>
              <a:rPr lang="en-IN" sz="1800" dirty="0"/>
              <a:t> Represents students who join live sessions and whose </a:t>
            </a:r>
            <a:r>
              <a:rPr lang="en-IN" sz="1800" b="1" dirty="0"/>
              <a:t>attendance, engagement, and identity</a:t>
            </a:r>
            <a:r>
              <a:rPr lang="en-IN" sz="1800" dirty="0"/>
              <a:t> are monitored.</a:t>
            </a:r>
          </a:p>
          <a:p>
            <a:pPr algn="just"/>
            <a:r>
              <a:rPr lang="en-IN" sz="1800" b="1" dirty="0"/>
              <a:t>Faculty Class:</a:t>
            </a:r>
            <a:r>
              <a:rPr lang="en-IN" sz="1800" dirty="0"/>
              <a:t> Represents teachers who manage sessions and view </a:t>
            </a:r>
            <a:r>
              <a:rPr lang="en-IN" sz="1800" b="1" dirty="0"/>
              <a:t>attendance, engagement reports, and integrity alerts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Session Class:</a:t>
            </a:r>
            <a:r>
              <a:rPr lang="en-IN" sz="1800" dirty="0"/>
              <a:t> Manages live online classroom sessions and connects students with the monitoring process.</a:t>
            </a:r>
          </a:p>
          <a:p>
            <a:pPr algn="just"/>
            <a:r>
              <a:rPr lang="en-IN" sz="1800" b="1" dirty="0"/>
              <a:t>Attendance Class:</a:t>
            </a:r>
            <a:r>
              <a:rPr lang="en-IN" sz="1800" dirty="0"/>
              <a:t> Records student presence and identifies prolonged absence during a session.</a:t>
            </a:r>
          </a:p>
          <a:p>
            <a:pPr algn="just"/>
            <a:r>
              <a:rPr lang="en-IN" sz="1800" b="1" dirty="0"/>
              <a:t>Engagement Class:</a:t>
            </a:r>
            <a:r>
              <a:rPr lang="en-IN" sz="1800" dirty="0"/>
              <a:t> Stores attention information based on </a:t>
            </a:r>
            <a:r>
              <a:rPr lang="en-IN" sz="1800" b="1" dirty="0"/>
              <a:t>facial orientation, eye focus, and head pose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Integrity Alert Class:</a:t>
            </a:r>
            <a:r>
              <a:rPr lang="en-IN" sz="1800" dirty="0"/>
              <a:t> Records suspicious activities such as </a:t>
            </a:r>
            <a:r>
              <a:rPr lang="en-IN" sz="1800" b="1" dirty="0"/>
              <a:t>identity changes and proxy attendance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Report Class:</a:t>
            </a:r>
            <a:r>
              <a:rPr lang="en-IN" sz="1800" dirty="0"/>
              <a:t> Combines attendance, engagement, and integrity data and provides reports to faculty.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6922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3.3.4 Use Case Diagram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96587-941C-2365-6E79-A7792616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472" y="1924126"/>
            <a:ext cx="6404255" cy="474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11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548" y="1189519"/>
            <a:ext cx="10515600" cy="5012497"/>
          </a:xfrm>
        </p:spPr>
        <p:txBody>
          <a:bodyPr>
            <a:normAutofit/>
          </a:bodyPr>
          <a:lstStyle/>
          <a:p>
            <a:pPr algn="just"/>
            <a:r>
              <a:rPr lang="en-IN" sz="1800" b="1" dirty="0"/>
              <a:t>Student:</a:t>
            </a:r>
            <a:r>
              <a:rPr lang="en-IN" sz="1800" dirty="0"/>
              <a:t> The student logs into </a:t>
            </a:r>
            <a:r>
              <a:rPr lang="en-IN" sz="1800" dirty="0" err="1"/>
              <a:t>EngageTrack</a:t>
            </a:r>
            <a:r>
              <a:rPr lang="en-IN" sz="1800" dirty="0"/>
              <a:t> using authorized credentials and joins the live online classroom. During the session, the system automatically monitors the student's presence, attentiveness, and identity.</a:t>
            </a:r>
          </a:p>
          <a:p>
            <a:pPr algn="just"/>
            <a:r>
              <a:rPr lang="en-IN" sz="1800" b="1" dirty="0"/>
              <a:t>Faculty:</a:t>
            </a:r>
            <a:r>
              <a:rPr lang="en-IN" sz="1800" dirty="0"/>
              <a:t> The faculty member accesses the system to conduct or monitor online sessions. They can use the dashboard to view attendance statistics, engagement analytics, integrity alerts, and participation reports.</a:t>
            </a:r>
          </a:p>
          <a:p>
            <a:pPr algn="just"/>
            <a:r>
              <a:rPr lang="en-IN" sz="1800" b="1" dirty="0"/>
              <a:t>Login &amp; Authentication:</a:t>
            </a:r>
            <a:r>
              <a:rPr lang="en-IN" sz="1800" dirty="0"/>
              <a:t> Verifies students and faculty using login credentials and OTP/email verification before providing access to the system.</a:t>
            </a:r>
          </a:p>
          <a:p>
            <a:pPr algn="just"/>
            <a:r>
              <a:rPr lang="en-IN" sz="1800" b="1" dirty="0"/>
              <a:t>Join Online Class:</a:t>
            </a:r>
            <a:r>
              <a:rPr lang="en-IN" sz="1800" dirty="0"/>
              <a:t> Allows authenticated students to participate in the live virtual classroom, where the video stream is captured for real-time monitoring.</a:t>
            </a:r>
          </a:p>
          <a:p>
            <a:pPr algn="just"/>
            <a:r>
              <a:rPr lang="en-IN" sz="1800" b="1" dirty="0"/>
              <a:t>Presence Verification:</a:t>
            </a:r>
            <a:r>
              <a:rPr lang="en-IN" sz="1800" dirty="0"/>
              <a:t> The Attendance Agent continuously checks whether the registered student remains visible and identifies prolonged absence from the camera.</a:t>
            </a:r>
          </a:p>
          <a:p>
            <a:pPr algn="just"/>
            <a:r>
              <a:rPr lang="en-IN" sz="1800" b="1" dirty="0"/>
              <a:t>Engagement Analysis:</a:t>
            </a:r>
            <a:r>
              <a:rPr lang="en-IN" sz="1800" dirty="0"/>
              <a:t> The Engagement Agent </a:t>
            </a:r>
            <a:r>
              <a:rPr lang="en-IN" sz="1800" dirty="0" err="1"/>
              <a:t>analyzes</a:t>
            </a:r>
            <a:r>
              <a:rPr lang="en-IN" sz="1800" dirty="0"/>
              <a:t> facial orientation, eye focus, and head pose to determine attentiveness and identify possible disengagement.</a:t>
            </a:r>
          </a:p>
          <a:p>
            <a:pPr algn="just"/>
            <a:r>
              <a:rPr lang="en-IN" sz="1800" b="1" dirty="0"/>
              <a:t>Identity Verification:</a:t>
            </a:r>
            <a:r>
              <a:rPr lang="en-IN" sz="1800" dirty="0"/>
              <a:t> The Integrity Agent verifies student identity throughout the session and detects possible identity changes or proxy attendance.</a:t>
            </a:r>
          </a:p>
          <a:p>
            <a:pPr algn="just"/>
            <a:r>
              <a:rPr lang="en-IN" sz="1800" b="1" dirty="0"/>
              <a:t>Alerts &amp; Reports: </a:t>
            </a:r>
            <a:r>
              <a:rPr lang="en-IN" sz="1800" dirty="0"/>
              <a:t>Monitoring results are stored and presented through the dashboard. Faculty can review attendance records, engagement analytics, and integrity alerts to understand student participation.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06482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3.3.5 Sequence Diagram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AB1F35-78F0-6DFF-B56D-D989122105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640" y="1241201"/>
            <a:ext cx="6191360" cy="528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19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680"/>
            <a:ext cx="8774812" cy="2560846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/>
              <a:t>Login:</a:t>
            </a:r>
            <a:r>
              <a:rPr lang="en-IN" sz="1800" dirty="0"/>
              <a:t> Student and faculty authenticate before accessing the </a:t>
            </a:r>
            <a:r>
              <a:rPr lang="en-IN" sz="1800" dirty="0" err="1"/>
              <a:t>EngageTrack</a:t>
            </a:r>
            <a:r>
              <a:rPr lang="en-IN" sz="1800" dirty="0"/>
              <a:t> system.</a:t>
            </a:r>
          </a:p>
          <a:p>
            <a:pPr algn="just"/>
            <a:r>
              <a:rPr lang="en-IN" sz="1800" b="1" dirty="0"/>
              <a:t>Live Session:</a:t>
            </a:r>
            <a:r>
              <a:rPr lang="en-IN" sz="1800" dirty="0"/>
              <a:t> Faculty starts the online session and the student joins the virtual classroom.</a:t>
            </a:r>
          </a:p>
          <a:p>
            <a:pPr algn="just"/>
            <a:r>
              <a:rPr lang="en-IN" sz="1800" b="1" dirty="0"/>
              <a:t>Video Analysis:</a:t>
            </a:r>
            <a:r>
              <a:rPr lang="en-IN" sz="1800" dirty="0"/>
              <a:t> The live video stream is processed using computer vision to obtain facial and head-movement information.</a:t>
            </a:r>
          </a:p>
          <a:p>
            <a:pPr algn="just"/>
            <a:r>
              <a:rPr lang="en-IN" sz="1800" b="1" dirty="0"/>
              <a:t>AI Monitoring:</a:t>
            </a:r>
            <a:r>
              <a:rPr lang="en-IN" sz="1800" dirty="0"/>
              <a:t> Attendance, Engagement, and Integrity Agents </a:t>
            </a:r>
            <a:r>
              <a:rPr lang="en-IN" sz="1800" dirty="0" err="1"/>
              <a:t>analyze</a:t>
            </a:r>
            <a:r>
              <a:rPr lang="en-IN" sz="1800" dirty="0"/>
              <a:t> </a:t>
            </a:r>
            <a:r>
              <a:rPr lang="en-IN" sz="1800" b="1" dirty="0"/>
              <a:t>presence, attentiveness, and identity</a:t>
            </a:r>
            <a:r>
              <a:rPr lang="en-IN" sz="1800" dirty="0"/>
              <a:t>.</a:t>
            </a:r>
          </a:p>
          <a:p>
            <a:pPr algn="just"/>
            <a:r>
              <a:rPr lang="en-IN" sz="1800" b="1" dirty="0"/>
              <a:t>Data Storage:</a:t>
            </a:r>
            <a:r>
              <a:rPr lang="en-IN" sz="1800" dirty="0"/>
              <a:t> Attendance records, engagement information, session logs, and integrity alerts are stored in the database.</a:t>
            </a:r>
          </a:p>
          <a:p>
            <a:pPr algn="just"/>
            <a:r>
              <a:rPr lang="en-IN" sz="1800" b="1" dirty="0"/>
              <a:t>Dashboard:</a:t>
            </a:r>
            <a:r>
              <a:rPr lang="en-IN" sz="1800" dirty="0"/>
              <a:t> Faculty accesses the dashboard to view </a:t>
            </a:r>
            <a:r>
              <a:rPr lang="en-IN" sz="1800" b="1" dirty="0"/>
              <a:t>attendance, engagement analytics, reports, and alerts</a:t>
            </a:r>
            <a:r>
              <a:rPr lang="en-IN" sz="1800" dirty="0"/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6148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3. Architectural Design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87599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3.3.6 Activity Diagram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EF12CD-A016-AC65-D095-CC9646748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13" y="254001"/>
            <a:ext cx="5582026" cy="623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27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0D1D-0381-45CF-9ADE-9C274B6E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168"/>
            <a:ext cx="10515600" cy="45173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Diagram:</a:t>
            </a:r>
            <a:endParaRPr lang="en-IN" sz="4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756F-EEC9-4211-9B59-E3B5CF364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970"/>
            <a:ext cx="9557132" cy="2494585"/>
          </a:xfrm>
        </p:spPr>
        <p:txBody>
          <a:bodyPr>
            <a:noAutofit/>
          </a:bodyPr>
          <a:lstStyle/>
          <a:p>
            <a:pPr algn="just"/>
            <a:r>
              <a:rPr lang="en-IN" sz="1800" b="1" dirty="0"/>
              <a:t>User Authentication:</a:t>
            </a:r>
            <a:r>
              <a:rPr lang="en-IN" sz="1800" dirty="0"/>
              <a:t> Students and faculty log in and their credentials are verified before accessing the system.</a:t>
            </a:r>
          </a:p>
          <a:p>
            <a:pPr algn="just"/>
            <a:r>
              <a:rPr lang="en-IN" sz="1800" b="1" dirty="0"/>
              <a:t>Live Session:</a:t>
            </a:r>
            <a:r>
              <a:rPr lang="en-IN" sz="1800" dirty="0"/>
              <a:t> The authenticated student joins the online classroom and the system captures the live video stream.</a:t>
            </a:r>
          </a:p>
          <a:p>
            <a:pPr algn="just"/>
            <a:r>
              <a:rPr lang="en-IN" sz="1800" b="1" dirty="0"/>
              <a:t>Computer Vision Processing:</a:t>
            </a:r>
            <a:r>
              <a:rPr lang="en-IN" sz="1800" dirty="0"/>
              <a:t> OpenCV and </a:t>
            </a:r>
            <a:r>
              <a:rPr lang="en-IN" sz="1800" dirty="0" err="1"/>
              <a:t>MediaPipe</a:t>
            </a:r>
            <a:r>
              <a:rPr lang="en-IN" sz="1800" dirty="0"/>
              <a:t> process the video to obtain facial and head-movement information.</a:t>
            </a:r>
          </a:p>
          <a:p>
            <a:pPr algn="just"/>
            <a:r>
              <a:rPr lang="en-IN" sz="1800" b="1" dirty="0"/>
              <a:t>Multi-Agent Monitoring:</a:t>
            </a:r>
            <a:r>
              <a:rPr lang="en-IN" sz="1800" dirty="0"/>
              <a:t> Attendance, Engagement, and Integrity Agents monitor student presence, attentiveness, and identity during the session.</a:t>
            </a:r>
          </a:p>
          <a:p>
            <a:pPr algn="just"/>
            <a:r>
              <a:rPr lang="en-IN" sz="1800" b="1" dirty="0"/>
              <a:t>Alert Generation:</a:t>
            </a:r>
            <a:r>
              <a:rPr lang="en-IN" sz="1800" dirty="0"/>
              <a:t> Possible disengagement, prolonged absence, identity changes, or proxy attendance are identified and flagged for review.</a:t>
            </a:r>
          </a:p>
          <a:p>
            <a:pPr algn="just"/>
            <a:r>
              <a:rPr lang="en-IN" sz="1800" b="1" dirty="0"/>
              <a:t>Reporting:</a:t>
            </a:r>
            <a:r>
              <a:rPr lang="en-IN" sz="1800" dirty="0"/>
              <a:t> Monitoring results are stored and presented to faculty through attendance statistics, engagement analytics, and integrity alerts.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971F82D-F917-46CF-8BA6-87DCE81935E6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7695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54A5-A8E7-AA97-24B6-63A3F53F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058" y="94363"/>
            <a:ext cx="5037826" cy="75102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CA09-3D9D-4F87-6A61-0850148D9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1" y="952081"/>
            <a:ext cx="10957859" cy="513066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Backend Technologies</a:t>
            </a:r>
          </a:p>
          <a:p>
            <a:pPr algn="just"/>
            <a:r>
              <a:rPr lang="en-IN" sz="1800" b="1" dirty="0"/>
              <a:t>Python:</a:t>
            </a:r>
            <a:r>
              <a:rPr lang="en-IN" sz="1800" dirty="0"/>
              <a:t> The core programming language used to implement computer vision processing and the multi-agent monitoring functionality.</a:t>
            </a:r>
          </a:p>
          <a:p>
            <a:pPr algn="just"/>
            <a:r>
              <a:rPr lang="en-IN" sz="1800" b="1" dirty="0"/>
              <a:t>OpenCV:</a:t>
            </a:r>
            <a:r>
              <a:rPr lang="en-IN" sz="1800" dirty="0"/>
              <a:t> Used for processing real-time video feeds, face detection, and visual analysis during online classroom sessions.</a:t>
            </a:r>
          </a:p>
          <a:p>
            <a:pPr algn="just"/>
            <a:r>
              <a:rPr lang="en-IN" sz="1800" b="1" dirty="0" err="1"/>
              <a:t>MediaPipe</a:t>
            </a:r>
            <a:r>
              <a:rPr lang="en-IN" sz="1800" b="1" dirty="0"/>
              <a:t>:</a:t>
            </a:r>
            <a:r>
              <a:rPr lang="en-IN" sz="1800" dirty="0"/>
              <a:t> Used for facial landmark detection, facial orientation, eye-focus analysis, and head-movement tracking.</a:t>
            </a:r>
          </a:p>
          <a:p>
            <a:pPr algn="just"/>
            <a:r>
              <a:rPr lang="en-IN" sz="1800" b="1" dirty="0"/>
              <a:t>SQLite / Firebase:</a:t>
            </a:r>
            <a:r>
              <a:rPr lang="en-IN" sz="1800" dirty="0"/>
              <a:t> Used to store user details, attendance records, engagement reports, session logs, and integrity alerts.</a:t>
            </a:r>
          </a:p>
          <a:p>
            <a:pPr algn="just"/>
            <a:r>
              <a:rPr lang="en-IN" sz="1800" b="1" dirty="0"/>
              <a:t>WebRTC / SDK:</a:t>
            </a:r>
            <a:r>
              <a:rPr lang="en-IN" sz="1800" dirty="0"/>
              <a:t> Provides the live video-conferencing environment and real-time video streams required for student monitoring. </a:t>
            </a:r>
          </a:p>
          <a:p>
            <a:pPr marL="0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Frontend Technologies</a:t>
            </a:r>
          </a:p>
          <a:p>
            <a:r>
              <a:rPr lang="en-IN" sz="1800" b="1" dirty="0"/>
              <a:t>HTML5:</a:t>
            </a:r>
            <a:r>
              <a:rPr lang="en-IN" sz="1800" dirty="0"/>
              <a:t> Used to structure the web-based interface of </a:t>
            </a:r>
            <a:r>
              <a:rPr lang="en-IN" sz="1800" dirty="0" err="1"/>
              <a:t>EngageTrack</a:t>
            </a:r>
            <a:r>
              <a:rPr lang="en-IN" sz="1800" dirty="0"/>
              <a:t>.</a:t>
            </a:r>
          </a:p>
          <a:p>
            <a:r>
              <a:rPr lang="en-IN" sz="1800" b="1" dirty="0"/>
              <a:t>CSS3:</a:t>
            </a:r>
            <a:r>
              <a:rPr lang="en-IN" sz="1800" dirty="0"/>
              <a:t> Used to design a responsive and user-friendly interface.</a:t>
            </a:r>
          </a:p>
          <a:p>
            <a:r>
              <a:rPr lang="en-IN" sz="1800" b="1" dirty="0"/>
              <a:t>JavaScript:</a:t>
            </a:r>
            <a:r>
              <a:rPr lang="en-IN" sz="1800" dirty="0"/>
              <a:t> Used to provide dynamic interactions and real-time updates on the dashboard.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04DA85E-7065-CC47-6C99-64D8D2F7FD2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89435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4. Implementation and Testing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Coding Blocks</a:t>
            </a:r>
          </a:p>
          <a:p>
            <a:pPr marL="457200" lvl="1" indent="0" algn="just">
              <a:buNone/>
            </a:pPr>
            <a:r>
              <a:rPr lang="en-US" sz="1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Main.py</a:t>
            </a: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42DC7-74DE-9B57-2F9F-D2150C270071}"/>
              </a:ext>
            </a:extLst>
          </p:cNvPr>
          <p:cNvSpPr txBox="1"/>
          <p:nvPr/>
        </p:nvSpPr>
        <p:spPr>
          <a:xfrm>
            <a:off x="675861" y="2029914"/>
            <a:ext cx="6553200" cy="332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import sys, </a:t>
            </a:r>
            <a:r>
              <a:rPr lang="en-IN" sz="1400" dirty="0" err="1">
                <a:effectLst/>
              </a:rPr>
              <a:t>os</a:t>
            </a: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 err="1">
                <a:effectLst/>
              </a:rPr>
              <a:t>sys.path.append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os.path.dirname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os.path.abspath</a:t>
            </a:r>
            <a:r>
              <a:rPr lang="en-IN" sz="1400" dirty="0">
                <a:effectLst/>
              </a:rPr>
              <a:t>(__file__)))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 err="1">
                <a:effectLst/>
              </a:rPr>
              <a:t>sys.path.append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os.path.abspath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os.path.join</a:t>
            </a:r>
            <a:r>
              <a:rPr lang="en-IN" sz="1400" dirty="0">
                <a:effectLst/>
              </a:rPr>
              <a:t>(</a:t>
            </a:r>
            <a:r>
              <a:rPr lang="en-IN" sz="1400" dirty="0" err="1">
                <a:effectLst/>
              </a:rPr>
              <a:t>os.path.dirname</a:t>
            </a:r>
            <a:r>
              <a:rPr lang="en-IN" sz="1400" dirty="0">
                <a:effectLst/>
              </a:rPr>
              <a:t>(__file__), '..')))</a:t>
            </a:r>
            <a:br>
              <a:rPr lang="en-IN" sz="1400" dirty="0">
                <a:effectLst/>
              </a:rPr>
            </a:b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from </a:t>
            </a:r>
            <a:r>
              <a:rPr lang="en-IN" sz="1400" dirty="0" err="1">
                <a:effectLst/>
              </a:rPr>
              <a:t>fastapi</a:t>
            </a:r>
            <a:r>
              <a:rPr lang="en-IN" sz="1400" dirty="0">
                <a:effectLst/>
              </a:rPr>
              <a:t> import </a:t>
            </a:r>
            <a:r>
              <a:rPr lang="en-IN" sz="1400" dirty="0" err="1">
                <a:effectLst/>
              </a:rPr>
              <a:t>FastAPI</a:t>
            </a: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from </a:t>
            </a:r>
            <a:r>
              <a:rPr lang="en-IN" sz="1400" dirty="0" err="1">
                <a:effectLst/>
              </a:rPr>
              <a:t>fastapi.middleware.cors</a:t>
            </a:r>
            <a:r>
              <a:rPr lang="en-IN" sz="1400" dirty="0">
                <a:effectLst/>
              </a:rPr>
              <a:t> import </a:t>
            </a:r>
            <a:r>
              <a:rPr lang="en-IN" sz="1400" dirty="0" err="1">
                <a:effectLst/>
              </a:rPr>
              <a:t>CORSMiddleware</a:t>
            </a: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from routers import auth, admin, classroom, academic, assignments, chat, export, notifications, wall</a:t>
            </a:r>
            <a:br>
              <a:rPr lang="en-IN" sz="1400" dirty="0">
                <a:effectLst/>
              </a:rPr>
            </a:b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app = </a:t>
            </a:r>
            <a:r>
              <a:rPr lang="en-IN" sz="1400" dirty="0" err="1">
                <a:effectLst/>
              </a:rPr>
              <a:t>FastAPI</a:t>
            </a:r>
            <a:r>
              <a:rPr lang="en-IN" sz="1400" dirty="0">
                <a:effectLst/>
              </a:rPr>
              <a:t>(title="</a:t>
            </a:r>
            <a:r>
              <a:rPr lang="en-IN" sz="1400" dirty="0" err="1">
                <a:effectLst/>
              </a:rPr>
              <a:t>EngageAI</a:t>
            </a:r>
            <a:r>
              <a:rPr lang="en-IN" sz="1400" dirty="0">
                <a:effectLst/>
              </a:rPr>
              <a:t> Core API", version="1.0.0")</a:t>
            </a:r>
          </a:p>
          <a:p>
            <a:pPr>
              <a:lnSpc>
                <a:spcPts val="1425"/>
              </a:lnSpc>
              <a:buNone/>
            </a:pPr>
            <a:endParaRPr lang="en-IN" sz="140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dirty="0" err="1">
                <a:effectLst/>
              </a:rPr>
              <a:t>app.add_middleware</a:t>
            </a:r>
            <a:r>
              <a:rPr lang="en-IN" sz="1400" dirty="0">
                <a:effectLst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CORSMiddleware</a:t>
            </a:r>
            <a:r>
              <a:rPr lang="en-IN" sz="1400" dirty="0">
                <a:effectLst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allow_origins</a:t>
            </a:r>
            <a:r>
              <a:rPr lang="en-IN" sz="1400" dirty="0">
                <a:effectLst/>
              </a:rPr>
              <a:t>=["*"],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allow_credentials</a:t>
            </a:r>
            <a:r>
              <a:rPr lang="en-IN" sz="1400" dirty="0">
                <a:effectLst/>
              </a:rPr>
              <a:t>=True,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allow_methods</a:t>
            </a:r>
            <a:r>
              <a:rPr lang="en-IN" sz="1400" dirty="0">
                <a:effectLst/>
              </a:rPr>
              <a:t>=["*"],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    </a:t>
            </a:r>
            <a:r>
              <a:rPr lang="en-IN" sz="1400" dirty="0" err="1">
                <a:effectLst/>
              </a:rPr>
              <a:t>allow_headers</a:t>
            </a:r>
            <a:r>
              <a:rPr lang="en-IN" sz="1400" dirty="0">
                <a:effectLst/>
              </a:rPr>
              <a:t>=["*"],</a:t>
            </a:r>
          </a:p>
          <a:p>
            <a:pPr>
              <a:lnSpc>
                <a:spcPts val="1425"/>
              </a:lnSpc>
              <a:buNone/>
            </a:pPr>
            <a:r>
              <a:rPr lang="en-IN" sz="1400" dirty="0">
                <a:effectLst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FE7908-235A-9190-F3C5-F2499D925938}"/>
              </a:ext>
            </a:extLst>
          </p:cNvPr>
          <p:cNvSpPr txBox="1"/>
          <p:nvPr/>
        </p:nvSpPr>
        <p:spPr>
          <a:xfrm>
            <a:off x="6944581" y="2184437"/>
            <a:ext cx="6096000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auth.router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admin.router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classroom.router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academic.router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/academic")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assignments.router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export.router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notifications.router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wall.router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chat.router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from routers import </a:t>
            </a:r>
            <a:r>
              <a:rPr lang="en-IN" sz="1400" b="0" dirty="0" err="1">
                <a:effectLst/>
              </a:rPr>
              <a:t>meet_ws</a:t>
            </a: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 err="1">
                <a:effectLst/>
              </a:rPr>
              <a:t>app.include_router</a:t>
            </a:r>
            <a:r>
              <a:rPr lang="en-IN" sz="1400" b="0" dirty="0">
                <a:effectLst/>
              </a:rPr>
              <a:t>(</a:t>
            </a:r>
            <a:r>
              <a:rPr lang="en-IN" sz="1400" b="0" dirty="0" err="1">
                <a:effectLst/>
              </a:rPr>
              <a:t>meet_ws.router</a:t>
            </a:r>
            <a:r>
              <a:rPr lang="en-IN" sz="1400" b="0" dirty="0">
                <a:effectLst/>
              </a:rPr>
              <a:t>, prefix="/</a:t>
            </a:r>
            <a:r>
              <a:rPr lang="en-IN" sz="1400" b="0" dirty="0" err="1">
                <a:effectLst/>
              </a:rPr>
              <a:t>api</a:t>
            </a:r>
            <a:r>
              <a:rPr lang="en-IN" sz="1400" b="0" dirty="0">
                <a:effectLst/>
              </a:rPr>
              <a:t>/meet")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@app.get("/")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def root():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return {"message": "Welcome to </a:t>
            </a:r>
            <a:r>
              <a:rPr lang="en-IN" sz="1400" b="0" dirty="0" err="1">
                <a:effectLst/>
              </a:rPr>
              <a:t>EngageAI</a:t>
            </a:r>
            <a:r>
              <a:rPr lang="en-IN" sz="1400" b="0" dirty="0">
                <a:effectLst/>
              </a:rPr>
              <a:t> Core API"}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96667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DADDF01-EF80-4894-B8C3-676F6C5D155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C4745-E59A-EB51-1AC8-AC452C1970A9}"/>
              </a:ext>
            </a:extLst>
          </p:cNvPr>
          <p:cNvSpPr txBox="1"/>
          <p:nvPr/>
        </p:nvSpPr>
        <p:spPr>
          <a:xfrm>
            <a:off x="690880" y="38201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Migrate_users.py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45A46-404D-AD4A-C640-F8E4F5A6E8FB}"/>
              </a:ext>
            </a:extLst>
          </p:cNvPr>
          <p:cNvSpPr txBox="1"/>
          <p:nvPr/>
        </p:nvSpPr>
        <p:spPr>
          <a:xfrm>
            <a:off x="690880" y="865237"/>
            <a:ext cx="6096000" cy="405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sys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os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sys.path.append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os.path.dirname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os.path.dirname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os.path.abspath</a:t>
            </a:r>
            <a:r>
              <a:rPr lang="en-IN" sz="1600" b="0" dirty="0">
                <a:effectLst/>
              </a:rPr>
              <a:t>(__file__))))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sqlite3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datetime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from database import </a:t>
            </a:r>
            <a:r>
              <a:rPr lang="en-IN" sz="1600" b="0" dirty="0" err="1">
                <a:effectLst/>
              </a:rPr>
              <a:t>SessionLocal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from </a:t>
            </a:r>
            <a:r>
              <a:rPr lang="en-IN" sz="1600" b="0" dirty="0" err="1">
                <a:effectLst/>
              </a:rPr>
              <a:t>shared.models</a:t>
            </a:r>
            <a:r>
              <a:rPr lang="en-IN" sz="1600" b="0" dirty="0">
                <a:effectLst/>
              </a:rPr>
              <a:t> import User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# Connect to </a:t>
            </a:r>
            <a:r>
              <a:rPr lang="en-IN" sz="1600" b="0" dirty="0" err="1">
                <a:effectLst/>
              </a:rPr>
              <a:t>sqlite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sqlite_conn</a:t>
            </a:r>
            <a:r>
              <a:rPr lang="en-IN" sz="1600" b="0" dirty="0">
                <a:effectLst/>
              </a:rPr>
              <a:t> = sqlite3.connect('</a:t>
            </a:r>
            <a:r>
              <a:rPr lang="en-IN" sz="1600" b="0" dirty="0" err="1">
                <a:effectLst/>
              </a:rPr>
              <a:t>lms.db</a:t>
            </a:r>
            <a:r>
              <a:rPr lang="en-IN" sz="1600" b="0" dirty="0">
                <a:effectLst/>
              </a:rPr>
              <a:t>')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cursor = </a:t>
            </a:r>
            <a:r>
              <a:rPr lang="en-IN" sz="1600" b="0" dirty="0" err="1">
                <a:effectLst/>
              </a:rPr>
              <a:t>sqlite_conn.cursor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cursor.execute</a:t>
            </a:r>
            <a:r>
              <a:rPr lang="en-IN" sz="1600" b="0" dirty="0">
                <a:effectLst/>
              </a:rPr>
              <a:t>("SELECT id, email, </a:t>
            </a:r>
            <a:r>
              <a:rPr lang="en-IN" sz="1600" b="0" dirty="0" err="1">
                <a:effectLst/>
              </a:rPr>
              <a:t>hashed_password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full_name</a:t>
            </a:r>
            <a:r>
              <a:rPr lang="en-IN" sz="1600" b="0" dirty="0">
                <a:effectLst/>
              </a:rPr>
              <a:t>, role, department, </a:t>
            </a:r>
            <a:r>
              <a:rPr lang="en-IN" sz="1600" b="0" dirty="0" err="1">
                <a:effectLst/>
              </a:rPr>
              <a:t>roll_number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is_approved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reset_token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FROM users")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rows = </a:t>
            </a:r>
            <a:r>
              <a:rPr lang="en-IN" sz="1600" b="0" dirty="0" err="1">
                <a:effectLst/>
              </a:rPr>
              <a:t>cursor.fetchall</a:t>
            </a:r>
            <a:r>
              <a:rPr lang="en-IN" sz="1600" b="0" dirty="0">
                <a:effectLst/>
              </a:rPr>
              <a:t>()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# Connect to </a:t>
            </a:r>
            <a:r>
              <a:rPr lang="en-IN" sz="1600" b="0" dirty="0" err="1">
                <a:effectLst/>
              </a:rPr>
              <a:t>postgres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db</a:t>
            </a:r>
            <a:r>
              <a:rPr lang="en-IN" sz="1600" b="0" dirty="0">
                <a:effectLst/>
              </a:rPr>
              <a:t> = </a:t>
            </a:r>
            <a:r>
              <a:rPr lang="en-IN" sz="1600" b="0" dirty="0" err="1">
                <a:effectLst/>
              </a:rPr>
              <a:t>SessionLocal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1ED8A0-2108-9AAC-4FBE-EB7DD18647D3}"/>
              </a:ext>
            </a:extLst>
          </p:cNvPr>
          <p:cNvSpPr txBox="1"/>
          <p:nvPr/>
        </p:nvSpPr>
        <p:spPr>
          <a:xfrm>
            <a:off x="690880" y="4552762"/>
            <a:ext cx="6096000" cy="1896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for row in rows: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try: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if type(row[9]) == str: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try: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= </a:t>
            </a:r>
            <a:r>
              <a:rPr lang="en-IN" sz="1600" b="0" dirty="0" err="1">
                <a:effectLst/>
              </a:rPr>
              <a:t>datetime.datetime.strptime</a:t>
            </a:r>
            <a:r>
              <a:rPr lang="en-IN" sz="1600" b="0" dirty="0">
                <a:effectLst/>
              </a:rPr>
              <a:t>(row[9], "%Y-%m-%d %H:%M:%</a:t>
            </a:r>
            <a:r>
              <a:rPr lang="en-IN" sz="1600" b="0" dirty="0" err="1">
                <a:effectLst/>
              </a:rPr>
              <a:t>S.%f</a:t>
            </a:r>
            <a:r>
              <a:rPr lang="en-IN" sz="1600" b="0" dirty="0">
                <a:effectLst/>
              </a:rPr>
              <a:t>")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except: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= </a:t>
            </a:r>
            <a:r>
              <a:rPr lang="en-IN" sz="1600" b="0" dirty="0" err="1">
                <a:effectLst/>
              </a:rPr>
              <a:t>datetime.datetime.utcnow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else: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 = row[9] or </a:t>
            </a:r>
            <a:r>
              <a:rPr lang="en-IN" sz="1600" b="0" dirty="0" err="1">
                <a:effectLst/>
              </a:rPr>
              <a:t>datetime.datetime.utcnow</a:t>
            </a:r>
            <a:r>
              <a:rPr lang="en-IN" sz="1600" b="0" dirty="0">
                <a:effectLst/>
              </a:rPr>
              <a:t>()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71A8B-FC27-E8BA-97DF-92DBE30FD0F3}"/>
              </a:ext>
            </a:extLst>
          </p:cNvPr>
          <p:cNvSpPr txBox="1"/>
          <p:nvPr/>
        </p:nvSpPr>
        <p:spPr>
          <a:xfrm>
            <a:off x="7691120" y="1257305"/>
            <a:ext cx="4775200" cy="4051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user = User(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id=row[0],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email=row[1],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hashed_password</a:t>
            </a:r>
            <a:r>
              <a:rPr lang="en-IN" sz="1600" b="0" dirty="0">
                <a:effectLst/>
              </a:rPr>
              <a:t>=row[2],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full_name</a:t>
            </a:r>
            <a:r>
              <a:rPr lang="en-IN" sz="1600" b="0" dirty="0">
                <a:effectLst/>
              </a:rPr>
              <a:t>=row[3],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role=row[4],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department=row[5],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roll_number</a:t>
            </a:r>
            <a:r>
              <a:rPr lang="en-IN" sz="1600" b="0" dirty="0">
                <a:effectLst/>
              </a:rPr>
              <a:t>=row[6],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is_approved</a:t>
            </a:r>
            <a:r>
              <a:rPr lang="en-IN" sz="1600" b="0" dirty="0">
                <a:effectLst/>
              </a:rPr>
              <a:t>=bool(row[7]),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reset_token</a:t>
            </a:r>
            <a:r>
              <a:rPr lang="en-IN" sz="1600" b="0" dirty="0">
                <a:effectLst/>
              </a:rPr>
              <a:t>=row[8],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</a:t>
            </a:r>
            <a:r>
              <a:rPr lang="en-IN" sz="1600" b="0" dirty="0" err="1">
                <a:effectLst/>
              </a:rPr>
              <a:t>created_at</a:t>
            </a:r>
            <a:r>
              <a:rPr lang="en-IN" sz="1600" b="0" dirty="0">
                <a:effectLst/>
              </a:rPr>
              <a:t>=</a:t>
            </a:r>
            <a:r>
              <a:rPr lang="en-IN" sz="1600" b="0" dirty="0" err="1">
                <a:effectLst/>
              </a:rPr>
              <a:t>created_at</a:t>
            </a: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</a:t>
            </a:r>
            <a:r>
              <a:rPr lang="en-IN" sz="1600" b="0" dirty="0" err="1">
                <a:effectLst/>
              </a:rPr>
              <a:t>db.add</a:t>
            </a:r>
            <a:r>
              <a:rPr lang="en-IN" sz="1600" b="0" dirty="0">
                <a:effectLst/>
              </a:rPr>
              <a:t>(user)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except Exception as e: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print(</a:t>
            </a:r>
            <a:r>
              <a:rPr lang="en-IN" sz="1600" b="0" dirty="0" err="1">
                <a:effectLst/>
              </a:rPr>
              <a:t>f"Error</a:t>
            </a:r>
            <a:r>
              <a:rPr lang="en-IN" sz="1600" b="0" dirty="0">
                <a:effectLst/>
              </a:rPr>
              <a:t> copying {row[1]}: {e}")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db.commit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print(</a:t>
            </a:r>
            <a:r>
              <a:rPr lang="en-IN" sz="1600" b="0" dirty="0" err="1">
                <a:effectLst/>
              </a:rPr>
              <a:t>f"Copied</a:t>
            </a:r>
            <a:r>
              <a:rPr lang="en-IN" sz="1600" b="0" dirty="0">
                <a:effectLst/>
              </a:rPr>
              <a:t> {</a:t>
            </a:r>
            <a:r>
              <a:rPr lang="en-IN" sz="1600" b="0" dirty="0" err="1">
                <a:effectLst/>
              </a:rPr>
              <a:t>len</a:t>
            </a:r>
            <a:r>
              <a:rPr lang="en-IN" sz="1600" b="0" dirty="0">
                <a:effectLst/>
              </a:rPr>
              <a:t>(rows)} users from SQLite to </a:t>
            </a:r>
            <a:r>
              <a:rPr lang="en-IN" sz="1600" b="0" dirty="0" err="1">
                <a:effectLst/>
              </a:rPr>
              <a:t>Supabase</a:t>
            </a:r>
            <a:r>
              <a:rPr lang="en-IN" sz="1600" b="0" dirty="0">
                <a:effectLst/>
              </a:rPr>
              <a:t>!")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db.close</a:t>
            </a:r>
            <a:r>
              <a:rPr lang="en-IN" sz="1600" b="0" dirty="0">
                <a:effectLst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sqlite_conn.close</a:t>
            </a:r>
            <a:r>
              <a:rPr lang="en-IN" sz="1600" b="0" dirty="0"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11477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DADDF01-EF80-4894-B8C3-676F6C5D155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3A5EFC-374C-5631-327B-61AA29319129}"/>
              </a:ext>
            </a:extLst>
          </p:cNvPr>
          <p:cNvSpPr txBox="1"/>
          <p:nvPr/>
        </p:nvSpPr>
        <p:spPr>
          <a:xfrm>
            <a:off x="-91440" y="1037273"/>
            <a:ext cx="6096000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1600" b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F459D-1A7A-07E7-0F53-E484989E43B4}"/>
              </a:ext>
            </a:extLst>
          </p:cNvPr>
          <p:cNvSpPr txBox="1"/>
          <p:nvPr/>
        </p:nvSpPr>
        <p:spPr>
          <a:xfrm>
            <a:off x="487680" y="384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Test_acsses.py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4D3C98-A3F6-30F3-90B4-663EF3E16943}"/>
              </a:ext>
            </a:extLst>
          </p:cNvPr>
          <p:cNvSpPr txBox="1"/>
          <p:nvPr/>
        </p:nvSpPr>
        <p:spPr>
          <a:xfrm>
            <a:off x="396240" y="1037273"/>
            <a:ext cx="5608320" cy="5673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import </a:t>
            </a:r>
            <a:r>
              <a:rPr lang="en-IN" b="0" dirty="0" err="1">
                <a:effectLst/>
              </a:rPr>
              <a:t>urllib.request</a:t>
            </a:r>
            <a:r>
              <a:rPr lang="en-IN" b="0" dirty="0">
                <a:effectLst/>
              </a:rPr>
              <a:t>, </a:t>
            </a:r>
            <a:r>
              <a:rPr lang="en-IN" b="0" dirty="0" err="1">
                <a:effectLst/>
              </a:rPr>
              <a:t>json</a:t>
            </a:r>
            <a:endParaRPr lang="en-IN" b="0" dirty="0">
              <a:effectLst/>
            </a:endParaRP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users = ['admin@ssvuniversity.in', 'rajesh.kumar@ssvuniversity.in', '26cs001@ssvuniversity.in']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for u in users: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try: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</a:t>
            </a:r>
            <a:r>
              <a:rPr lang="en-IN" b="0" dirty="0" err="1">
                <a:effectLst/>
              </a:rPr>
              <a:t>req</a:t>
            </a:r>
            <a:r>
              <a:rPr lang="en-IN" b="0" dirty="0">
                <a:effectLst/>
              </a:rPr>
              <a:t> = </a:t>
            </a:r>
            <a:r>
              <a:rPr lang="en-IN" b="0" dirty="0" err="1">
                <a:effectLst/>
              </a:rPr>
              <a:t>urllib.request.Request</a:t>
            </a:r>
            <a:r>
              <a:rPr lang="en-IN" b="0" dirty="0">
                <a:effectLst/>
              </a:rPr>
              <a:t>('http://127.0.0.1:8000/</a:t>
            </a:r>
            <a:r>
              <a:rPr lang="en-IN" b="0" dirty="0" err="1">
                <a:effectLst/>
              </a:rPr>
              <a:t>api</a:t>
            </a:r>
            <a:r>
              <a:rPr lang="en-IN" b="0" dirty="0">
                <a:effectLst/>
              </a:rPr>
              <a:t>/auth/login', data=</a:t>
            </a:r>
            <a:r>
              <a:rPr lang="en-IN" b="0" dirty="0" err="1">
                <a:effectLst/>
              </a:rPr>
              <a:t>json.dumps</a:t>
            </a:r>
            <a:r>
              <a:rPr lang="en-IN" b="0" dirty="0">
                <a:effectLst/>
              </a:rPr>
              <a:t>({'email': u, 'password': '123456'}).encode(), headers={'Content-Type': 'application/</a:t>
            </a:r>
            <a:r>
              <a:rPr lang="en-IN" b="0" dirty="0" err="1">
                <a:effectLst/>
              </a:rPr>
              <a:t>json</a:t>
            </a:r>
            <a:r>
              <a:rPr lang="en-IN" b="0" dirty="0">
                <a:effectLst/>
              </a:rPr>
              <a:t>'})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token = </a:t>
            </a:r>
            <a:r>
              <a:rPr lang="en-IN" b="0" dirty="0" err="1">
                <a:effectLst/>
              </a:rPr>
              <a:t>json.loads</a:t>
            </a:r>
            <a:r>
              <a:rPr lang="en-IN" b="0" dirty="0">
                <a:effectLst/>
              </a:rPr>
              <a:t>(</a:t>
            </a:r>
            <a:r>
              <a:rPr lang="en-IN" b="0" dirty="0" err="1">
                <a:effectLst/>
              </a:rPr>
              <a:t>urllib.request.urlopen</a:t>
            </a:r>
            <a:r>
              <a:rPr lang="en-IN" b="0" dirty="0">
                <a:effectLst/>
              </a:rPr>
              <a:t>(</a:t>
            </a:r>
            <a:r>
              <a:rPr lang="en-IN" b="0" dirty="0" err="1">
                <a:effectLst/>
              </a:rPr>
              <a:t>req</a:t>
            </a:r>
            <a:r>
              <a:rPr lang="en-IN" b="0" dirty="0">
                <a:effectLst/>
              </a:rPr>
              <a:t>).read().decode())['</a:t>
            </a:r>
            <a:r>
              <a:rPr lang="en-IN" b="0" dirty="0" err="1">
                <a:effectLst/>
              </a:rPr>
              <a:t>access_token</a:t>
            </a:r>
            <a:r>
              <a:rPr lang="en-IN" b="0" dirty="0">
                <a:effectLst/>
              </a:rPr>
              <a:t>']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req2 = </a:t>
            </a:r>
            <a:r>
              <a:rPr lang="en-IN" b="0" dirty="0" err="1">
                <a:effectLst/>
              </a:rPr>
              <a:t>urllib.request.Request</a:t>
            </a:r>
            <a:r>
              <a:rPr lang="en-IN" b="0" dirty="0">
                <a:effectLst/>
              </a:rPr>
              <a:t>('http://127.0.0.1:8000/</a:t>
            </a:r>
            <a:r>
              <a:rPr lang="en-IN" b="0" dirty="0" err="1">
                <a:effectLst/>
              </a:rPr>
              <a:t>api</a:t>
            </a:r>
            <a:r>
              <a:rPr lang="en-IN" b="0" dirty="0">
                <a:effectLst/>
              </a:rPr>
              <a:t>/academic/meets/ENGAGE-MEET-066DFA99/join-check', headers={'Authorization': </a:t>
            </a:r>
            <a:r>
              <a:rPr lang="en-IN" b="0" dirty="0" err="1">
                <a:effectLst/>
              </a:rPr>
              <a:t>f'Bearer</a:t>
            </a:r>
            <a:r>
              <a:rPr lang="en-IN" b="0" dirty="0">
                <a:effectLst/>
              </a:rPr>
              <a:t> {token}'})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res = </a:t>
            </a:r>
            <a:r>
              <a:rPr lang="en-IN" b="0" dirty="0" err="1">
                <a:effectLst/>
              </a:rPr>
              <a:t>json.loads</a:t>
            </a:r>
            <a:r>
              <a:rPr lang="en-IN" b="0" dirty="0">
                <a:effectLst/>
              </a:rPr>
              <a:t>(</a:t>
            </a:r>
            <a:r>
              <a:rPr lang="en-IN" b="0" dirty="0" err="1">
                <a:effectLst/>
              </a:rPr>
              <a:t>urllib.request.urlopen</a:t>
            </a:r>
            <a:r>
              <a:rPr lang="en-IN" b="0" dirty="0">
                <a:effectLst/>
              </a:rPr>
              <a:t>(req2).read().decode())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print(f"[{u}] Status: {</a:t>
            </a:r>
            <a:r>
              <a:rPr lang="en-IN" b="0" dirty="0" err="1">
                <a:effectLst/>
              </a:rPr>
              <a:t>res.get</a:t>
            </a:r>
            <a:r>
              <a:rPr lang="en-IN" b="0" dirty="0">
                <a:effectLst/>
              </a:rPr>
              <a:t>('status')} | Message: {</a:t>
            </a:r>
            <a:r>
              <a:rPr lang="en-IN" b="0" dirty="0" err="1">
                <a:effectLst/>
              </a:rPr>
              <a:t>res.get</a:t>
            </a:r>
            <a:r>
              <a:rPr lang="en-IN" b="0" dirty="0">
                <a:effectLst/>
              </a:rPr>
              <a:t>('message')}")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except </a:t>
            </a:r>
            <a:r>
              <a:rPr lang="en-IN" b="0" dirty="0" err="1">
                <a:effectLst/>
              </a:rPr>
              <a:t>urllib.error.HTTPError</a:t>
            </a:r>
            <a:r>
              <a:rPr lang="en-IN" b="0" dirty="0">
                <a:effectLst/>
              </a:rPr>
              <a:t> as 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print(f"[{u}] HTTP {</a:t>
            </a:r>
            <a:r>
              <a:rPr lang="en-IN" b="0" dirty="0" err="1">
                <a:effectLst/>
              </a:rPr>
              <a:t>e.code</a:t>
            </a:r>
            <a:r>
              <a:rPr lang="en-IN" b="0" dirty="0">
                <a:effectLst/>
              </a:rPr>
              <a:t>}: {</a:t>
            </a:r>
            <a:r>
              <a:rPr lang="en-IN" b="0" dirty="0" err="1">
                <a:effectLst/>
              </a:rPr>
              <a:t>e.read</a:t>
            </a:r>
            <a:r>
              <a:rPr lang="en-IN" b="0" dirty="0">
                <a:effectLst/>
              </a:rPr>
              <a:t>().decode()}")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except Exception as e: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</a:rPr>
              <a:t>        print(f"[{u}] Error: {e}")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</a:rPr>
            </a:br>
            <a:endParaRPr lang="en-IN" b="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715C9C-EDC3-F624-6567-77EA484213C1}"/>
              </a:ext>
            </a:extLst>
          </p:cNvPr>
          <p:cNvSpPr txBox="1"/>
          <p:nvPr/>
        </p:nvSpPr>
        <p:spPr>
          <a:xfrm>
            <a:off x="6583680" y="384411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Test_acsess_active.py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735720-CE9B-F637-A726-59081D3E1ACE}"/>
              </a:ext>
            </a:extLst>
          </p:cNvPr>
          <p:cNvSpPr txBox="1"/>
          <p:nvPr/>
        </p:nvSpPr>
        <p:spPr>
          <a:xfrm>
            <a:off x="6315457" y="1037273"/>
            <a:ext cx="5608320" cy="4776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import </a:t>
            </a:r>
            <a:r>
              <a:rPr lang="en-IN" sz="1800" b="0" dirty="0" err="1">
                <a:effectLst/>
              </a:rPr>
              <a:t>urllib.request</a:t>
            </a:r>
            <a:r>
              <a:rPr lang="en-IN" sz="1800" b="0" dirty="0">
                <a:effectLst/>
              </a:rPr>
              <a:t>, </a:t>
            </a:r>
            <a:r>
              <a:rPr lang="en-IN" sz="1800" b="0" dirty="0" err="1">
                <a:effectLst/>
              </a:rPr>
              <a:t>json</a:t>
            </a:r>
            <a:r>
              <a:rPr lang="en-IN" sz="1800" b="0" dirty="0">
                <a:effectLst/>
              </a:rPr>
              <a:t>, sys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u = 'rajesh.kumar@ssvuniversity.in'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 err="1">
                <a:effectLst/>
              </a:rPr>
              <a:t>req</a:t>
            </a:r>
            <a:r>
              <a:rPr lang="en-IN" sz="1800" b="0" dirty="0">
                <a:effectLst/>
              </a:rPr>
              <a:t> = </a:t>
            </a:r>
            <a:r>
              <a:rPr lang="en-IN" sz="1800" b="0" dirty="0" err="1">
                <a:effectLst/>
              </a:rPr>
              <a:t>urllib.request.Request</a:t>
            </a:r>
            <a:r>
              <a:rPr lang="en-IN" sz="1800" b="0" dirty="0">
                <a:effectLst/>
              </a:rPr>
              <a:t>('http://127.0.0.1:8000/</a:t>
            </a:r>
            <a:r>
              <a:rPr lang="en-IN" sz="1800" b="0" dirty="0" err="1">
                <a:effectLst/>
              </a:rPr>
              <a:t>api</a:t>
            </a:r>
            <a:r>
              <a:rPr lang="en-IN" sz="1800" b="0" dirty="0">
                <a:effectLst/>
              </a:rPr>
              <a:t>/auth/login', data=</a:t>
            </a:r>
            <a:r>
              <a:rPr lang="en-IN" sz="1800" b="0" dirty="0" err="1">
                <a:effectLst/>
              </a:rPr>
              <a:t>json.dumps</a:t>
            </a:r>
            <a:r>
              <a:rPr lang="en-IN" sz="1800" b="0" dirty="0">
                <a:effectLst/>
              </a:rPr>
              <a:t>({'email': u, 'password': '123456'}).encode(), headers={'Content-Type': 'application/</a:t>
            </a:r>
            <a:r>
              <a:rPr lang="en-IN" sz="1800" b="0" dirty="0" err="1">
                <a:effectLst/>
              </a:rPr>
              <a:t>json</a:t>
            </a:r>
            <a:r>
              <a:rPr lang="en-IN" sz="1800" b="0" dirty="0">
                <a:effectLst/>
              </a:rPr>
              <a:t>'})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token = </a:t>
            </a:r>
            <a:r>
              <a:rPr lang="en-IN" sz="1800" b="0" dirty="0" err="1">
                <a:effectLst/>
              </a:rPr>
              <a:t>json.loads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urllib.request.urlopen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req</a:t>
            </a:r>
            <a:r>
              <a:rPr lang="en-IN" sz="1800" b="0" dirty="0">
                <a:effectLst/>
              </a:rPr>
              <a:t>).read().decode())['</a:t>
            </a:r>
            <a:r>
              <a:rPr lang="en-IN" sz="1800" b="0" dirty="0" err="1">
                <a:effectLst/>
              </a:rPr>
              <a:t>access_token</a:t>
            </a:r>
            <a:r>
              <a:rPr lang="en-IN" sz="1800" b="0" dirty="0">
                <a:effectLst/>
              </a:rPr>
              <a:t>']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req2 = </a:t>
            </a:r>
            <a:r>
              <a:rPr lang="en-IN" sz="1800" b="0" dirty="0" err="1">
                <a:effectLst/>
              </a:rPr>
              <a:t>urllib.request.Request</a:t>
            </a:r>
            <a:r>
              <a:rPr lang="en-IN" sz="1800" b="0" dirty="0">
                <a:effectLst/>
              </a:rPr>
              <a:t>('http://127.0.0.1:8000/</a:t>
            </a:r>
            <a:r>
              <a:rPr lang="en-IN" sz="1800" b="0" dirty="0" err="1">
                <a:effectLst/>
              </a:rPr>
              <a:t>api</a:t>
            </a:r>
            <a:r>
              <a:rPr lang="en-IN" sz="1800" b="0" dirty="0">
                <a:effectLst/>
              </a:rPr>
              <a:t>/academic/meets/MEET-TEST-FACULTY-1/join-check', headers={'Authorization': </a:t>
            </a:r>
            <a:r>
              <a:rPr lang="en-IN" sz="1800" b="0" dirty="0" err="1">
                <a:effectLst/>
              </a:rPr>
              <a:t>f'Bearer</a:t>
            </a:r>
            <a:r>
              <a:rPr lang="en-IN" sz="1800" b="0" dirty="0">
                <a:effectLst/>
              </a:rPr>
              <a:t> {token}'})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res = </a:t>
            </a:r>
            <a:r>
              <a:rPr lang="en-IN" sz="1800" b="0" dirty="0" err="1">
                <a:effectLst/>
              </a:rPr>
              <a:t>json.loads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urllib.request.urlopen</a:t>
            </a:r>
            <a:r>
              <a:rPr lang="en-IN" sz="1800" b="0" dirty="0">
                <a:effectLst/>
              </a:rPr>
              <a:t>(req2).read().decode())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>
                <a:effectLst/>
              </a:rPr>
              <a:t>output = </a:t>
            </a:r>
            <a:r>
              <a:rPr lang="en-IN" sz="1800" b="0" dirty="0" err="1">
                <a:effectLst/>
              </a:rPr>
              <a:t>f"Faculty</a:t>
            </a:r>
            <a:r>
              <a:rPr lang="en-IN" sz="1800" b="0" dirty="0">
                <a:effectLst/>
              </a:rPr>
              <a:t> Check Status: {</a:t>
            </a:r>
            <a:r>
              <a:rPr lang="en-IN" sz="1800" b="0" dirty="0" err="1">
                <a:effectLst/>
              </a:rPr>
              <a:t>res.get</a:t>
            </a:r>
            <a:r>
              <a:rPr lang="en-IN" sz="1800" b="0" dirty="0">
                <a:effectLst/>
              </a:rPr>
              <a:t>('status')} | Message: {</a:t>
            </a:r>
            <a:r>
              <a:rPr lang="en-IN" sz="1800" b="0" dirty="0" err="1">
                <a:effectLst/>
              </a:rPr>
              <a:t>res.get</a:t>
            </a:r>
            <a:r>
              <a:rPr lang="en-IN" sz="1800" b="0" dirty="0">
                <a:effectLst/>
              </a:rPr>
              <a:t>('message')}\n"</a:t>
            </a:r>
          </a:p>
          <a:p>
            <a:pPr>
              <a:lnSpc>
                <a:spcPts val="1425"/>
              </a:lnSpc>
              <a:buNone/>
            </a:pPr>
            <a:r>
              <a:rPr lang="en-IN" sz="1800" b="0" dirty="0" err="1">
                <a:effectLst/>
              </a:rPr>
              <a:t>sys.stdout.buffer.write</a:t>
            </a:r>
            <a:r>
              <a:rPr lang="en-IN" sz="1800" b="0" dirty="0">
                <a:effectLst/>
              </a:rPr>
              <a:t>(</a:t>
            </a:r>
            <a:r>
              <a:rPr lang="en-IN" sz="1800" b="0" dirty="0" err="1">
                <a:effectLst/>
              </a:rPr>
              <a:t>output.encode</a:t>
            </a:r>
            <a:r>
              <a:rPr lang="en-IN" sz="1800" b="0" dirty="0">
                <a:effectLst/>
              </a:rPr>
              <a:t>('utf-8', errors='replace'))</a:t>
            </a:r>
          </a:p>
          <a:p>
            <a:pPr>
              <a:lnSpc>
                <a:spcPts val="1425"/>
              </a:lnSpc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04795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DADDF01-EF80-4894-B8C3-676F6C5D155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4BF480-9064-73DD-9033-ED05B94B4348}"/>
              </a:ext>
            </a:extLst>
          </p:cNvPr>
          <p:cNvSpPr txBox="1"/>
          <p:nvPr/>
        </p:nvSpPr>
        <p:spPr>
          <a:xfrm>
            <a:off x="365760" y="348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Index.css</a:t>
            </a:r>
            <a:endParaRPr lang="en-IN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51374-0055-DCE3-C6B9-4D1CEFBB7005}"/>
              </a:ext>
            </a:extLst>
          </p:cNvPr>
          <p:cNvSpPr txBox="1"/>
          <p:nvPr/>
        </p:nvSpPr>
        <p:spPr>
          <a:xfrm>
            <a:off x="365760" y="718066"/>
            <a:ext cx="5344160" cy="3326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@import </a:t>
            </a:r>
            <a:r>
              <a:rPr lang="en-IN" sz="1400" b="0" dirty="0" err="1">
                <a:effectLst/>
              </a:rPr>
              <a:t>url</a:t>
            </a:r>
            <a:r>
              <a:rPr lang="en-IN" sz="1400" b="0" dirty="0">
                <a:effectLst/>
              </a:rPr>
              <a:t>('https://fonts.googleapis.com/css2?family=Outfit:wght@300;400;500;600;700&amp;display=swap');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@tailwind base;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@tailwind components;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@tailwind utilities;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@layer base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body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font-family: 'Outfit', sans-serif;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@apply bg-slate-950 text-slate-100 overflow-x-hidden;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background-image: radial-gradient(circle at 50% 0%,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(30, 58, 138, 0.25) 0%, transparent 50%),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                    radial-gradient(circle at 100% 100%,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(99, 102, 241, 0.1) 0%, transparent 40%);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A29A5-0610-6AF1-C23A-9207B8FE0B06}"/>
              </a:ext>
            </a:extLst>
          </p:cNvPr>
          <p:cNvSpPr txBox="1"/>
          <p:nvPr/>
        </p:nvSpPr>
        <p:spPr>
          <a:xfrm>
            <a:off x="534417" y="3808982"/>
            <a:ext cx="4738623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</a:t>
            </a:r>
            <a:r>
              <a:rPr lang="en-IN" sz="1400" b="0" dirty="0" err="1">
                <a:effectLst/>
              </a:rPr>
              <a:t>Glassmorphism</a:t>
            </a:r>
            <a:r>
              <a:rPr lang="en-IN" sz="1400" b="0" dirty="0">
                <a:effectLst/>
              </a:rPr>
              <a:t> Styles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.glass-card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(15, 23, 42, 0.55);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backdrop-filter: blur(16px);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-backdrop-filter: blur(16px);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border: 1px solid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0.08);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8px 32px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(0, 0, 0, 0.37);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@apply rounded-2xl transition-all duration-300;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</a:t>
            </a:r>
            <a:r>
              <a:rPr lang="en-IN" sz="1400" b="0" dirty="0" err="1">
                <a:effectLst/>
              </a:rPr>
              <a:t>glass-card-hover:hover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(15, 23, 42, 0.65);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border-</a:t>
            </a:r>
            <a:r>
              <a:rPr lang="en-IN" sz="1400" b="0" dirty="0" err="1">
                <a:effectLst/>
              </a:rPr>
              <a:t>color</a:t>
            </a:r>
            <a:r>
              <a:rPr lang="en-IN" sz="1400" b="0" dirty="0">
                <a:effectLst/>
              </a:rPr>
              <a:t>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0.15);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8px 32px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(99, 102, 241, 0.15);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1FDA7F-6E9B-D110-BA15-11A9B43ECADE}"/>
              </a:ext>
            </a:extLst>
          </p:cNvPr>
          <p:cNvSpPr txBox="1"/>
          <p:nvPr/>
        </p:nvSpPr>
        <p:spPr>
          <a:xfrm>
            <a:off x="5951728" y="348734"/>
            <a:ext cx="6096000" cy="3146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Glow buttons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.glow-</a:t>
            </a:r>
            <a:r>
              <a:rPr lang="en-IN" sz="1400" b="0" dirty="0" err="1">
                <a:effectLst/>
              </a:rPr>
              <a:t>btn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@apply font-semibold rounded-xl px-6 py-3 transition-all duration-300 bg-brand-600 hover:bg-brand-500 text-white relative overflow-hidden;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4px 14px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(59, 130, 246, 0.4);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</a:t>
            </a:r>
            <a:r>
              <a:rPr lang="en-IN" sz="1400" b="0" dirty="0" err="1">
                <a:effectLst/>
              </a:rPr>
              <a:t>glow-btn:hover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box-shadow: 0 6px 20px 0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(59, 130, 246, 0.6);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transform: </a:t>
            </a:r>
            <a:r>
              <a:rPr lang="en-IN" sz="1400" b="0" dirty="0" err="1">
                <a:effectLst/>
              </a:rPr>
              <a:t>translateY</a:t>
            </a:r>
            <a:r>
              <a:rPr lang="en-IN" sz="1400" b="0" dirty="0">
                <a:effectLst/>
              </a:rPr>
              <a:t>(-1px);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.glow-</a:t>
            </a:r>
            <a:r>
              <a:rPr lang="en-IN" sz="1400" b="0" dirty="0" err="1">
                <a:effectLst/>
              </a:rPr>
              <a:t>btn</a:t>
            </a:r>
            <a:r>
              <a:rPr lang="en-IN" sz="1400" b="0" dirty="0">
                <a:effectLst/>
              </a:rPr>
              <a:t>-secondary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0.05);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border: 1px solid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0.1);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@apply font-semibold rounded-xl px-6 py-3 transition-all duration-300 </a:t>
            </a:r>
            <a:r>
              <a:rPr lang="en-IN" sz="1400" b="0" dirty="0" err="1">
                <a:effectLst/>
              </a:rPr>
              <a:t>hover:bg-white</a:t>
            </a:r>
            <a:r>
              <a:rPr lang="en-IN" sz="1400" b="0" dirty="0">
                <a:effectLst/>
              </a:rPr>
              <a:t>/10 text-slate-100 outline-none;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B4BFEE-6974-4B8F-2544-4EFC6E72B7BF}"/>
              </a:ext>
            </a:extLst>
          </p:cNvPr>
          <p:cNvSpPr txBox="1"/>
          <p:nvPr/>
        </p:nvSpPr>
        <p:spPr>
          <a:xfrm>
            <a:off x="6077076" y="3416870"/>
            <a:ext cx="6096000" cy="386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Text glow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.text-glow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text-shadow: 0 0 12px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(59, 130, 246, 0.5);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/* Custom scrollbars */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-scrollbar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width: 6px;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height: 6px;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-scrollbar-track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(15, 23, 42, 0.5);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</a:t>
            </a:r>
            <a:r>
              <a:rPr lang="en-IN" sz="1400" b="0" dirty="0">
                <a:effectLst/>
              </a:rPr>
              <a:t>-scrollbar-thumb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0.1);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border-radius: 9999px;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::-</a:t>
            </a:r>
            <a:r>
              <a:rPr lang="en-IN" sz="1400" b="0" dirty="0" err="1">
                <a:effectLst/>
              </a:rPr>
              <a:t>webkit-scrollbar-thumb:hover</a:t>
            </a:r>
            <a:r>
              <a:rPr lang="en-IN" sz="1400" b="0" dirty="0">
                <a:effectLst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  background: </a:t>
            </a:r>
            <a:r>
              <a:rPr lang="en-IN" sz="1400" b="0" dirty="0" err="1">
                <a:effectLst/>
              </a:rPr>
              <a:t>rgba</a:t>
            </a:r>
            <a:r>
              <a:rPr lang="en-IN" sz="1400" b="0" dirty="0">
                <a:effectLst/>
              </a:rPr>
              <a:t>(255, 255, 255, 0.2);</a:t>
            </a:r>
          </a:p>
          <a:p>
            <a:pPr>
              <a:lnSpc>
                <a:spcPts val="1425"/>
              </a:lnSpc>
              <a:buNone/>
            </a:pPr>
            <a:r>
              <a:rPr lang="en-IN" sz="1400" b="0" dirty="0">
                <a:effectLst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IN" sz="1400" b="0" dirty="0">
                <a:effectLst/>
              </a:rPr>
            </a:br>
            <a:endParaRPr lang="en-IN" sz="1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5500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4. Implementation and Testing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Sample Code</a:t>
            </a:r>
          </a:p>
          <a:p>
            <a:pPr marL="457200" lvl="1" indent="0" algn="just">
              <a:buNone/>
            </a:pPr>
            <a:r>
              <a:rPr lang="en-US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Main.jsx</a:t>
            </a:r>
            <a:endParaRPr 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IN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3A5F9-4DC2-FC08-B487-328D291020F0}"/>
              </a:ext>
            </a:extLst>
          </p:cNvPr>
          <p:cNvSpPr txBox="1"/>
          <p:nvPr/>
        </p:nvSpPr>
        <p:spPr>
          <a:xfrm>
            <a:off x="701040" y="1961832"/>
            <a:ext cx="4851621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React from 'react'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ReactDOM</a:t>
            </a:r>
            <a:r>
              <a:rPr lang="en-IN" sz="1600" b="0" dirty="0">
                <a:effectLst/>
              </a:rPr>
              <a:t> from 'react-</a:t>
            </a:r>
            <a:r>
              <a:rPr lang="en-IN" sz="1600" b="0" dirty="0" err="1">
                <a:effectLst/>
              </a:rPr>
              <a:t>dom</a:t>
            </a:r>
            <a:r>
              <a:rPr lang="en-IN" sz="1600" b="0" dirty="0">
                <a:effectLst/>
              </a:rPr>
              <a:t>/client'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App from './</a:t>
            </a:r>
            <a:r>
              <a:rPr lang="en-IN" sz="1600" b="0" dirty="0" err="1">
                <a:effectLst/>
              </a:rPr>
              <a:t>App.jsx</a:t>
            </a:r>
            <a:r>
              <a:rPr lang="en-IN" sz="1600" b="0" dirty="0">
                <a:effectLst/>
              </a:rPr>
              <a:t>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'./index.css'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 from './components/</a:t>
            </a:r>
            <a:r>
              <a:rPr lang="en-IN" sz="1600" b="0" dirty="0" err="1">
                <a:effectLst/>
              </a:rPr>
              <a:t>ErrorBoundary.jsx</a:t>
            </a:r>
            <a:r>
              <a:rPr lang="en-IN" sz="1600" b="0" dirty="0">
                <a:effectLst/>
              </a:rPr>
              <a:t>'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ReactDOM.createRoot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document.getElementById</a:t>
            </a:r>
            <a:r>
              <a:rPr lang="en-IN" sz="1600" b="0" dirty="0">
                <a:effectLst/>
              </a:rPr>
              <a:t>('root')).render(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&lt;</a:t>
            </a:r>
            <a:r>
              <a:rPr lang="en-IN" sz="1600" b="0" dirty="0" err="1">
                <a:effectLst/>
              </a:rPr>
              <a:t>React.StrictMode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&lt;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&lt;App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&lt;/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&lt;/</a:t>
            </a:r>
            <a:r>
              <a:rPr lang="en-IN" sz="1600" b="0" dirty="0" err="1">
                <a:effectLst/>
              </a:rPr>
              <a:t>React.StrictMode</a:t>
            </a:r>
            <a:r>
              <a:rPr lang="en-IN" sz="1600" b="0" dirty="0">
                <a:effectLst/>
              </a:rPr>
              <a:t>&gt;,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BB54D-128E-14CC-5C99-A22D814C2E78}"/>
              </a:ext>
            </a:extLst>
          </p:cNvPr>
          <p:cNvSpPr txBox="1"/>
          <p:nvPr/>
        </p:nvSpPr>
        <p:spPr>
          <a:xfrm>
            <a:off x="5801360" y="146758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algn="just">
              <a:buNone/>
            </a:pPr>
            <a:r>
              <a:rPr lang="en-US" sz="1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App.jsx</a:t>
            </a:r>
            <a:endParaRPr lang="en-US" sz="1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CF384C-838D-CDC5-3293-50AB8A1D58A6}"/>
              </a:ext>
            </a:extLst>
          </p:cNvPr>
          <p:cNvSpPr txBox="1"/>
          <p:nvPr/>
        </p:nvSpPr>
        <p:spPr>
          <a:xfrm>
            <a:off x="5552661" y="1961832"/>
            <a:ext cx="6558501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React from 'react';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</a:t>
            </a:r>
            <a:r>
              <a:rPr lang="en-IN" sz="1600" b="0" dirty="0" err="1">
                <a:effectLst/>
              </a:rPr>
              <a:t>BrowserRouter</a:t>
            </a:r>
            <a:r>
              <a:rPr lang="en-IN" sz="1600" b="0" dirty="0">
                <a:effectLst/>
              </a:rPr>
              <a:t>, Routes, Route, Navigate } from 'react-router-</a:t>
            </a:r>
            <a:r>
              <a:rPr lang="en-IN" sz="1600" b="0" dirty="0" err="1">
                <a:effectLst/>
              </a:rPr>
              <a:t>dom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</a:t>
            </a:r>
            <a:r>
              <a:rPr lang="en-IN" sz="1600" b="0" dirty="0" err="1">
                <a:effectLst/>
              </a:rPr>
              <a:t>AuthProvider</a:t>
            </a:r>
            <a:r>
              <a:rPr lang="en-IN" sz="1600" b="0" dirty="0">
                <a:effectLst/>
              </a:rPr>
              <a:t>, </a:t>
            </a:r>
            <a:r>
              <a:rPr lang="en-IN" sz="1600" b="0" dirty="0" err="1">
                <a:effectLst/>
              </a:rPr>
              <a:t>useAuth</a:t>
            </a:r>
            <a:r>
              <a:rPr lang="en-IN" sz="1600" b="0" dirty="0">
                <a:effectLst/>
              </a:rPr>
              <a:t> } from './hooks/</a:t>
            </a:r>
            <a:r>
              <a:rPr lang="en-IN" sz="1600" b="0" dirty="0" err="1">
                <a:effectLst/>
              </a:rPr>
              <a:t>useAuth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Login from './pages/Login';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Register from './pages/Register';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ResetPassword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ResetPassword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StudentDashboard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StudentDashboard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TeacherDashboard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TeacherDashboard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AdminDashboard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AdminDashboard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DeptAdminDashboard</a:t>
            </a:r>
            <a:r>
              <a:rPr lang="en-IN" sz="1600" b="0" dirty="0">
                <a:effectLst/>
              </a:rPr>
              <a:t> from './pages/</a:t>
            </a:r>
            <a:r>
              <a:rPr lang="en-IN" sz="1600" b="0" dirty="0" err="1">
                <a:effectLst/>
              </a:rPr>
              <a:t>DeptAdminDashboard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Loader2 } from '</a:t>
            </a:r>
            <a:r>
              <a:rPr lang="en-IN" sz="1600" b="0" dirty="0" err="1">
                <a:effectLst/>
              </a:rPr>
              <a:t>lucide</a:t>
            </a:r>
            <a:r>
              <a:rPr lang="en-IN" sz="1600" b="0" dirty="0">
                <a:effectLst/>
              </a:rPr>
              <a:t>-react';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{ </a:t>
            </a:r>
            <a:r>
              <a:rPr lang="en-IN" sz="1600" b="0" dirty="0" err="1">
                <a:effectLst/>
              </a:rPr>
              <a:t>BrandingProvider</a:t>
            </a:r>
            <a:r>
              <a:rPr lang="en-IN" sz="1600" b="0" dirty="0">
                <a:effectLst/>
              </a:rPr>
              <a:t> } from './hooks/</a:t>
            </a:r>
            <a:r>
              <a:rPr lang="en-IN" sz="1600" b="0" dirty="0" err="1">
                <a:effectLst/>
              </a:rPr>
              <a:t>useBranding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 from './components/</a:t>
            </a:r>
            <a:r>
              <a:rPr lang="en-IN" sz="1600" b="0" dirty="0" err="1">
                <a:effectLst/>
              </a:rPr>
              <a:t>ErrorBoundary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 err="1">
                <a:effectLst/>
              </a:rPr>
              <a:t>const</a:t>
            </a:r>
            <a:r>
              <a:rPr lang="en-IN" sz="1600" b="0" dirty="0">
                <a:effectLst/>
              </a:rPr>
              <a:t> </a:t>
            </a:r>
            <a:r>
              <a:rPr lang="en-IN" sz="1600" b="0" dirty="0" err="1">
                <a:effectLst/>
              </a:rPr>
              <a:t>ProtectedRoute</a:t>
            </a:r>
            <a:r>
              <a:rPr lang="en-IN" sz="1600" b="0" dirty="0">
                <a:effectLst/>
              </a:rPr>
              <a:t> = ({ children, </a:t>
            </a:r>
            <a:r>
              <a:rPr lang="en-IN" sz="1600" b="0" dirty="0" err="1">
                <a:effectLst/>
              </a:rPr>
              <a:t>allowedRoles</a:t>
            </a:r>
            <a:r>
              <a:rPr lang="en-IN" sz="1600" b="0" dirty="0">
                <a:effectLst/>
              </a:rPr>
              <a:t> }) =&gt;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</a:t>
            </a:r>
            <a:r>
              <a:rPr lang="en-IN" sz="1600" b="0" dirty="0" err="1">
                <a:effectLst/>
              </a:rPr>
              <a:t>const</a:t>
            </a:r>
            <a:r>
              <a:rPr lang="en-IN" sz="1600" b="0" dirty="0">
                <a:effectLst/>
              </a:rPr>
              <a:t> { </a:t>
            </a:r>
            <a:r>
              <a:rPr lang="en-IN" sz="1600" b="0" dirty="0" err="1">
                <a:effectLst/>
              </a:rPr>
              <a:t>isAuthenticated</a:t>
            </a:r>
            <a:r>
              <a:rPr lang="en-IN" sz="1600" b="0" dirty="0">
                <a:effectLst/>
              </a:rPr>
              <a:t>, user, </a:t>
            </a:r>
            <a:r>
              <a:rPr lang="en-IN" sz="1600" b="0" dirty="0" err="1">
                <a:effectLst/>
              </a:rPr>
              <a:t>isLoading</a:t>
            </a:r>
            <a:r>
              <a:rPr lang="en-IN" sz="1600" b="0" dirty="0">
                <a:effectLst/>
              </a:rPr>
              <a:t> } = </a:t>
            </a:r>
            <a:r>
              <a:rPr lang="en-IN" sz="1600" b="0" dirty="0" err="1">
                <a:effectLst/>
              </a:rPr>
              <a:t>useAuth</a:t>
            </a:r>
            <a:r>
              <a:rPr lang="en-IN" sz="1600" b="0" dirty="0">
                <a:effectLst/>
              </a:rPr>
              <a:t>();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A4866-EFFA-3D58-0DCB-4CBAE2F48FB4}"/>
              </a:ext>
            </a:extLst>
          </p:cNvPr>
          <p:cNvSpPr txBox="1"/>
          <p:nvPr/>
        </p:nvSpPr>
        <p:spPr>
          <a:xfrm>
            <a:off x="5556566" y="4785001"/>
            <a:ext cx="6096000" cy="1537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if (</a:t>
            </a:r>
            <a:r>
              <a:rPr lang="en-IN" sz="1600" b="0" dirty="0" err="1">
                <a:effectLst/>
              </a:rPr>
              <a:t>isLoading</a:t>
            </a:r>
            <a:r>
              <a:rPr lang="en-IN" sz="1600" b="0" dirty="0">
                <a:effectLst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return 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&lt;div </a:t>
            </a:r>
            <a:r>
              <a:rPr lang="en-IN" sz="1600" b="0" dirty="0" err="1">
                <a:effectLst/>
              </a:rPr>
              <a:t>className</a:t>
            </a:r>
            <a:r>
              <a:rPr lang="en-IN" sz="1600" b="0" dirty="0">
                <a:effectLst/>
              </a:rPr>
              <a:t>="min-h-screen flex items-</a:t>
            </a:r>
            <a:r>
              <a:rPr lang="en-IN" sz="1600" b="0" dirty="0" err="1">
                <a:effectLst/>
              </a:rPr>
              <a:t>center</a:t>
            </a:r>
            <a:r>
              <a:rPr lang="en-IN" sz="1600" b="0" dirty="0">
                <a:effectLst/>
              </a:rPr>
              <a:t> justify-</a:t>
            </a:r>
            <a:r>
              <a:rPr lang="en-IN" sz="1600" b="0" dirty="0" err="1">
                <a:effectLst/>
              </a:rPr>
              <a:t>center</a:t>
            </a:r>
            <a:r>
              <a:rPr lang="en-IN" sz="1600" b="0" dirty="0">
                <a:effectLst/>
              </a:rPr>
              <a:t> bg-slate-950"&gt;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&lt;Loader2 </a:t>
            </a:r>
            <a:r>
              <a:rPr lang="en-IN" sz="1600" b="0" dirty="0" err="1">
                <a:effectLst/>
              </a:rPr>
              <a:t>className</a:t>
            </a:r>
            <a:r>
              <a:rPr lang="en-IN" sz="1600" b="0" dirty="0">
                <a:effectLst/>
              </a:rPr>
              <a:t>="h-10 w-10 animate-spin text-brand-500"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&lt;/div&gt;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);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867977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27B1A48-E0F9-4175-8EF9-F964195BF5A4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2896F-5436-9537-3CD6-2AD32E3A23FD}"/>
              </a:ext>
            </a:extLst>
          </p:cNvPr>
          <p:cNvSpPr txBox="1"/>
          <p:nvPr/>
        </p:nvSpPr>
        <p:spPr>
          <a:xfrm>
            <a:off x="467360" y="398865"/>
            <a:ext cx="6096000" cy="2974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if (!</a:t>
            </a:r>
            <a:r>
              <a:rPr lang="en-IN" sz="1600" b="0" dirty="0" err="1">
                <a:effectLst/>
              </a:rPr>
              <a:t>isAuthenticated</a:t>
            </a:r>
            <a:r>
              <a:rPr lang="en-IN" sz="1600" b="0" dirty="0">
                <a:effectLst/>
              </a:rPr>
              <a:t> || !user)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return &lt;Navigate to="/login"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}</a:t>
            </a: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if (</a:t>
            </a:r>
            <a:r>
              <a:rPr lang="en-IN" sz="1600" b="0" dirty="0" err="1">
                <a:effectLst/>
              </a:rPr>
              <a:t>allowedRoles</a:t>
            </a:r>
            <a:r>
              <a:rPr lang="en-IN" sz="1600" b="0" dirty="0">
                <a:effectLst/>
              </a:rPr>
              <a:t> &amp;&amp; !</a:t>
            </a:r>
            <a:r>
              <a:rPr lang="en-IN" sz="1600" b="0" dirty="0" err="1">
                <a:effectLst/>
              </a:rPr>
              <a:t>allowedRoles.includes</a:t>
            </a:r>
            <a:r>
              <a:rPr lang="en-IN" sz="1600" b="0" dirty="0">
                <a:effectLst/>
              </a:rPr>
              <a:t>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))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// Redirect to matching role dashboard if they try to access wrong panel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if 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 === 'admin') return &lt;Navigate to="/admin"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if 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 === '</a:t>
            </a:r>
            <a:r>
              <a:rPr lang="en-IN" sz="1600" b="0" dirty="0" err="1">
                <a:effectLst/>
              </a:rPr>
              <a:t>dept_admin</a:t>
            </a:r>
            <a:r>
              <a:rPr lang="en-IN" sz="1600" b="0" dirty="0">
                <a:effectLst/>
              </a:rPr>
              <a:t>') return &lt;Navigate to="/dept-admin"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if (</a:t>
            </a:r>
            <a:r>
              <a:rPr lang="en-IN" sz="1600" b="0" dirty="0" err="1">
                <a:effectLst/>
              </a:rPr>
              <a:t>user.role</a:t>
            </a:r>
            <a:r>
              <a:rPr lang="en-IN" sz="1600" b="0" dirty="0">
                <a:effectLst/>
              </a:rPr>
              <a:t> === 'teacher') return &lt;Navigate to="/teacher"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return &lt;Navigate to="/student" replace /&gt;;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}</a:t>
            </a:r>
          </a:p>
          <a:p>
            <a:pPr>
              <a:lnSpc>
                <a:spcPts val="1425"/>
              </a:lnSpc>
              <a:buNone/>
            </a:pP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return children;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CF254-7549-DEB0-BBCB-AEB0C3B5C575}"/>
              </a:ext>
            </a:extLst>
          </p:cNvPr>
          <p:cNvSpPr txBox="1"/>
          <p:nvPr/>
        </p:nvSpPr>
        <p:spPr>
          <a:xfrm>
            <a:off x="365760" y="3416870"/>
            <a:ext cx="6096000" cy="33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import </a:t>
            </a:r>
            <a:r>
              <a:rPr lang="en-IN" sz="1600" b="0" dirty="0" err="1">
                <a:effectLst/>
              </a:rPr>
              <a:t>HelpChatbot</a:t>
            </a:r>
            <a:r>
              <a:rPr lang="en-IN" sz="1600" b="0" dirty="0">
                <a:effectLst/>
              </a:rPr>
              <a:t> from './components/</a:t>
            </a:r>
            <a:r>
              <a:rPr lang="en-IN" sz="1600" b="0" dirty="0" err="1">
                <a:effectLst/>
              </a:rPr>
              <a:t>HelpChatbot</a:t>
            </a:r>
            <a:r>
              <a:rPr lang="en-IN" sz="1600" b="0" dirty="0">
                <a:effectLst/>
              </a:rPr>
              <a:t>';</a:t>
            </a:r>
          </a:p>
          <a:p>
            <a:pPr>
              <a:lnSpc>
                <a:spcPts val="1425"/>
              </a:lnSpc>
              <a:buNone/>
            </a:pPr>
            <a:br>
              <a:rPr lang="en-IN" sz="1600" b="0" dirty="0">
                <a:effectLst/>
              </a:rPr>
            </a:br>
            <a:endParaRPr lang="en-IN" sz="1600" b="0" dirty="0">
              <a:effectLst/>
            </a:endParaRP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export default function App() 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return (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&lt;</a:t>
            </a:r>
            <a:r>
              <a:rPr lang="en-IN" sz="1600" b="0" dirty="0" err="1">
                <a:effectLst/>
              </a:rPr>
              <a:t>AuthProvider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&lt;</a:t>
            </a:r>
            <a:r>
              <a:rPr lang="en-IN" sz="1600" b="0" dirty="0" err="1">
                <a:effectLst/>
              </a:rPr>
              <a:t>BrandingProvider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&lt;</a:t>
            </a:r>
            <a:r>
              <a:rPr lang="en-IN" sz="1600" b="0" dirty="0" err="1">
                <a:effectLst/>
              </a:rPr>
              <a:t>BrowserRouter</a:t>
            </a:r>
            <a:r>
              <a:rPr lang="en-IN" sz="1600" b="0" dirty="0">
                <a:effectLst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&lt;Routes&gt;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path="/login" element={&lt;Login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path="/register" element={&lt;Register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path="/reset-password" element={&lt;</a:t>
            </a:r>
            <a:r>
              <a:rPr lang="en-IN" sz="1600" b="0" dirty="0" err="1">
                <a:effectLst/>
              </a:rPr>
              <a:t>ResetPassword</a:t>
            </a:r>
            <a:r>
              <a:rPr lang="en-IN" sz="1600" b="0" dirty="0">
                <a:effectLst/>
              </a:rPr>
              <a:t>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&lt;Route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path="/student"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element={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&lt;</a:t>
            </a:r>
            <a:r>
              <a:rPr lang="en-IN" sz="1600" b="0" dirty="0" err="1">
                <a:effectLst/>
              </a:rPr>
              <a:t>ProtectedRoute</a:t>
            </a:r>
            <a:r>
              <a:rPr lang="en-IN" sz="1600" b="0" dirty="0">
                <a:effectLst/>
              </a:rPr>
              <a:t> </a:t>
            </a:r>
            <a:r>
              <a:rPr lang="en-IN" sz="1600" b="0" dirty="0" err="1">
                <a:effectLst/>
              </a:rPr>
              <a:t>allowedRoles</a:t>
            </a:r>
            <a:r>
              <a:rPr lang="en-IN" sz="1600" b="0" dirty="0">
                <a:effectLst/>
              </a:rPr>
              <a:t>={['student']}&gt;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</a:rPr>
              <a:t>              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D2E0B-4ECE-E2C9-CAC3-D6E830C5E1E5}"/>
              </a:ext>
            </a:extLst>
          </p:cNvPr>
          <p:cNvSpPr txBox="1"/>
          <p:nvPr/>
        </p:nvSpPr>
        <p:spPr>
          <a:xfrm>
            <a:off x="6945377" y="520785"/>
            <a:ext cx="5195823" cy="3333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&lt;Route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path="/dept-admin"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element={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  &lt;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ProtectedRoute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 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allowedRoles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={['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dept_admin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']}&gt;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    &lt;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DeptAdminDashboard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ProtectedRoute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  }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&lt;Route path="*" element={&lt;Navigate to="/login" replace /&gt;}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&lt;/Routes&gt;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  &lt;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HelpChatbot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 /&gt;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BrowserRouter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BrandingProvider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  &lt;/</a:t>
            </a:r>
            <a:r>
              <a:rPr lang="en-IN" sz="1600" b="0" dirty="0" err="1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AuthProvider</a:t>
            </a: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r>
              <a:rPr lang="en-IN" sz="1600" b="0" dirty="0">
                <a:effectLst/>
                <a:ea typeface="Cascadia Code Light" panose="020B0609020000020004" pitchFamily="49" charset="0"/>
                <a:cs typeface="Cascadia Code Light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2875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423645" y="365125"/>
            <a:ext cx="10515600" cy="721553"/>
          </a:xfrm>
        </p:spPr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4. Implementation and Testing</a:t>
            </a:r>
            <a:endParaRPr lang="en-IN" dirty="0"/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238539" y="1241201"/>
            <a:ext cx="11410122" cy="5251674"/>
          </a:xfrm>
        </p:spPr>
        <p:txBody>
          <a:bodyPr>
            <a:noAutofit/>
          </a:bodyPr>
          <a:lstStyle/>
          <a:p>
            <a:pPr marL="457200" lvl="1" indent="0" algn="just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Execution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object 2"/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8E470-A6FB-30E7-1681-59DA3D228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658" y="1709091"/>
            <a:ext cx="7177574" cy="3408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A504DF-4831-42C4-704F-AA8D6593A305}"/>
              </a:ext>
            </a:extLst>
          </p:cNvPr>
          <p:cNvSpPr txBox="1"/>
          <p:nvPr/>
        </p:nvSpPr>
        <p:spPr>
          <a:xfrm>
            <a:off x="838200" y="5409658"/>
            <a:ext cx="108053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Main Login Page</a:t>
            </a:r>
            <a:r>
              <a:rPr lang="en-IN" dirty="0"/>
              <a:t> serves as the common entry point for all authorized users of the </a:t>
            </a:r>
            <a:r>
              <a:rPr lang="en-IN" dirty="0" err="1"/>
              <a:t>EngageTrack</a:t>
            </a:r>
            <a:r>
              <a:rPr lang="en-IN" dirty="0"/>
              <a:t> system, including </a:t>
            </a:r>
            <a:r>
              <a:rPr lang="en-IN" b="1" dirty="0"/>
              <a:t>Students, Faculty, Department Admins, and Main Admins</a:t>
            </a:r>
            <a:r>
              <a:rPr lang="en-IN" dirty="0"/>
              <a:t>. Users sign in using their registered </a:t>
            </a:r>
            <a:r>
              <a:rPr lang="en-IN" b="1" dirty="0"/>
              <a:t>email address and password</a:t>
            </a:r>
            <a:r>
              <a:rPr lang="en-IN" dirty="0"/>
              <a:t>, after which the system identifies their role and provides access to the appropriate dashboard and features.</a:t>
            </a:r>
          </a:p>
        </p:txBody>
      </p:sp>
    </p:spTree>
    <p:extLst>
      <p:ext uri="{BB962C8B-B14F-4D97-AF65-F5344CB8AC3E}">
        <p14:creationId xmlns:p14="http://schemas.microsoft.com/office/powerpoint/2010/main" val="38250667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E800-DE72-B207-5130-FE53A1790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920" y="2803526"/>
            <a:ext cx="2341880" cy="36933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4448159"/>
            <a:ext cx="10515600" cy="12206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/>
              <a:t>The </a:t>
            </a:r>
            <a:r>
              <a:rPr lang="en-IN" sz="1800" b="1" dirty="0"/>
              <a:t>Admin Dashboard</a:t>
            </a:r>
            <a:r>
              <a:rPr lang="en-IN" sz="1800" dirty="0"/>
              <a:t> provides a centralized interface for managing and monitoring university-level activities within the system. It gives the administrator a quick overview of important information such as the </a:t>
            </a:r>
            <a:r>
              <a:rPr lang="en-IN" sz="1800" b="1" dirty="0"/>
              <a:t>total number of faculty and students</a:t>
            </a:r>
            <a:r>
              <a:rPr lang="en-IN" sz="1800" dirty="0"/>
              <a:t>, along with department-wise faculty statistics. The dashboard also provides access to key modules including the </a:t>
            </a:r>
            <a:r>
              <a:rPr lang="en-IN" sz="1800" b="1" dirty="0"/>
              <a:t>Faculty Directory, Student Directory, Placements Portal, Schedule, Announcements, and Fee Management</a:t>
            </a:r>
            <a:r>
              <a:rPr lang="en-IN" sz="1800" dirty="0"/>
              <a:t>. It displays an </a:t>
            </a:r>
            <a:r>
              <a:rPr lang="en-IN" sz="1800" b="1" dirty="0"/>
              <a:t>Admissions Rate Report</a:t>
            </a:r>
            <a:r>
              <a:rPr lang="en-IN" sz="1800" dirty="0"/>
              <a:t> comparing current and previous academic-year admissions, helping administrators track institutional growth. Overall, the dashboard enables efficient management of academic records, faculty and student information, and major campus activities from a single interface.</a:t>
            </a:r>
            <a:endParaRPr lang="en-US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391D42-9789-8FD2-3C87-9643C509B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716479"/>
            <a:ext cx="5801360" cy="3263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3D3C0A-81DD-4979-992E-AFD0C7D25795}"/>
              </a:ext>
            </a:extLst>
          </p:cNvPr>
          <p:cNvSpPr txBox="1"/>
          <p:nvPr/>
        </p:nvSpPr>
        <p:spPr>
          <a:xfrm>
            <a:off x="711200" y="31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CFBED7-F69C-6073-342A-8C9234329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1524" y="539949"/>
            <a:ext cx="2158224" cy="35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934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464" y="287572"/>
            <a:ext cx="5973416" cy="36266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Dashboard</a:t>
            </a:r>
            <a:endParaRPr lang="en-IN" sz="20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A2C55E-28AE-FAB2-ABA4-A95A49609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64" y="650240"/>
            <a:ext cx="5779910" cy="3251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5EB1E5-8652-4B6D-062A-9BDB5D6271DF}"/>
              </a:ext>
            </a:extLst>
          </p:cNvPr>
          <p:cNvSpPr txBox="1"/>
          <p:nvPr/>
        </p:nvSpPr>
        <p:spPr>
          <a:xfrm>
            <a:off x="509303" y="4432376"/>
            <a:ext cx="111700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Student Dashboard</a:t>
            </a:r>
            <a:r>
              <a:rPr lang="en-IN" dirty="0"/>
              <a:t> provides students with a centralized interface to access and manage their academic activities. It displays important information such as </a:t>
            </a:r>
            <a:r>
              <a:rPr lang="en-IN" b="1" dirty="0"/>
              <a:t>announcements, department points, today’s classes, and assignment status</a:t>
            </a:r>
            <a:r>
              <a:rPr lang="en-IN" dirty="0"/>
              <a:t>, allowing students to quickly view their current academic updates. Students can access features including </a:t>
            </a:r>
            <a:r>
              <a:rPr lang="en-IN" b="1" dirty="0"/>
              <a:t>Assignments, Browse Classes, Academics, Timetable, Online Meets, Attendance, Announcements, Placements, Overall Reports, and the Student Leaderboard</a:t>
            </a:r>
            <a:r>
              <a:rPr lang="en-IN" dirty="0"/>
              <a:t>. The assignment overview also organizes tasks into </a:t>
            </a:r>
            <a:r>
              <a:rPr lang="en-IN" b="1" dirty="0"/>
              <a:t>upcoming, ongoing, and completed</a:t>
            </a:r>
            <a:r>
              <a:rPr lang="en-IN" dirty="0"/>
              <a:t> categories. Overall, the dashboard acts as a personalized academic hub that helps students track classes, attendance, assignments, and other university activities from one place.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85A574-FC9B-C32A-8DD0-A2BC665A1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312" y="650240"/>
            <a:ext cx="5545102" cy="34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59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880" y="223078"/>
            <a:ext cx="2346960" cy="417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 Dashboard</a:t>
            </a:r>
            <a:endParaRPr lang="en-IN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4D1F8-B64B-D193-FD63-814BF2000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793054"/>
            <a:ext cx="5699760" cy="32061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CF70A0-5E37-D1B4-66C9-96EF0D5BD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757" y="223078"/>
            <a:ext cx="2260075" cy="39156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BC9E40-8B79-D1C4-6F9E-3E237C5EB30E}"/>
              </a:ext>
            </a:extLst>
          </p:cNvPr>
          <p:cNvSpPr txBox="1"/>
          <p:nvPr/>
        </p:nvSpPr>
        <p:spPr>
          <a:xfrm>
            <a:off x="508000" y="4227241"/>
            <a:ext cx="11226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Faculty Dashboard</a:t>
            </a:r>
            <a:r>
              <a:rPr lang="en-IN" dirty="0"/>
              <a:t> provides instructors with a centralized interface to manage their </a:t>
            </a:r>
            <a:r>
              <a:rPr lang="en-IN" b="1" dirty="0"/>
              <a:t>teaching schedules, classes, attendance, and academic activities</a:t>
            </a:r>
            <a:r>
              <a:rPr lang="en-IN" dirty="0"/>
              <a:t>. It displays the faculty member’s assigned lecture schedule with details such as </a:t>
            </a:r>
            <a:r>
              <a:rPr lang="en-IN" b="1" dirty="0"/>
              <a:t>subject, section, class timing, day, and department</a:t>
            </a:r>
            <a:r>
              <a:rPr lang="en-IN" dirty="0"/>
              <a:t>, allowing attendance to be accessed directly for each class. Faculty can also use modules such as </a:t>
            </a:r>
            <a:r>
              <a:rPr lang="en-IN" b="1" dirty="0"/>
              <a:t>Online Class Feed, Academics &amp; Syllabus, My Schedule, Assignments &amp; Quizzes, Placements, and Announcements</a:t>
            </a:r>
            <a:r>
              <a:rPr lang="en-IN" dirty="0"/>
              <a:t>. A weekly calendar view helps instructors organize their lectures efficiently. Overall, the dashboard simplifies classroom management and provides faculty with quick access to essential teaching and student-related activities.</a:t>
            </a:r>
          </a:p>
        </p:txBody>
      </p:sp>
    </p:spTree>
    <p:extLst>
      <p:ext uri="{BB962C8B-B14F-4D97-AF65-F5344CB8AC3E}">
        <p14:creationId xmlns:p14="http://schemas.microsoft.com/office/powerpoint/2010/main" val="2928077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4086" y="253365"/>
            <a:ext cx="3210794" cy="42735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Admin Dashboard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E6B6BB-39E3-6048-3309-96B5265F6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680720"/>
            <a:ext cx="5581227" cy="3275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63DCF4-DEBA-7534-C308-54E07BC62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347" y="680720"/>
            <a:ext cx="5823567" cy="32757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4122D4-E2C7-3763-FE74-05533EE02A92}"/>
              </a:ext>
            </a:extLst>
          </p:cNvPr>
          <p:cNvSpPr txBox="1"/>
          <p:nvPr/>
        </p:nvSpPr>
        <p:spPr>
          <a:xfrm>
            <a:off x="379190" y="4344394"/>
            <a:ext cx="115387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</a:t>
            </a:r>
            <a:r>
              <a:rPr lang="en-IN" b="1" dirty="0"/>
              <a:t>Department Admin Dashboard</a:t>
            </a:r>
            <a:r>
              <a:rPr lang="en-IN" dirty="0"/>
              <a:t> provides department-level administrators with a centralized platform to manage and monitor academic activities within their department. It displays key information such as </a:t>
            </a:r>
            <a:r>
              <a:rPr lang="en-IN" b="1" dirty="0"/>
              <a:t>total students, faculty members, placements, announcements, timetable slots, and subjects</a:t>
            </a:r>
            <a:r>
              <a:rPr lang="en-IN" dirty="0"/>
              <a:t>. The Department Admin can manage </a:t>
            </a:r>
            <a:r>
              <a:rPr lang="en-IN" b="1" dirty="0"/>
              <a:t>syllabus and subjects, section timetables, academic sessions, faculty and student directories, announcements, placements, and fee-related information</a:t>
            </a:r>
            <a:r>
              <a:rPr lang="en-IN" dirty="0"/>
              <a:t>. It also displays important </a:t>
            </a:r>
            <a:r>
              <a:rPr lang="en-IN" b="1" dirty="0"/>
              <a:t>global announcements from the Main Admin</a:t>
            </a:r>
            <a:r>
              <a:rPr lang="en-IN" dirty="0"/>
              <a:t>, helping maintain communication between university administration and individual departments. Overall, the dashboard supports efficient coordination and management of department-specific academic and administrative activities.</a:t>
            </a:r>
          </a:p>
        </p:txBody>
      </p:sp>
    </p:spTree>
    <p:extLst>
      <p:ext uri="{BB962C8B-B14F-4D97-AF65-F5344CB8AC3E}">
        <p14:creationId xmlns:p14="http://schemas.microsoft.com/office/powerpoint/2010/main" val="9424619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42655-C934-9344-F803-EF777A6BE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4625454"/>
            <a:ext cx="11499706" cy="21978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1800" dirty="0"/>
              <a:t>The </a:t>
            </a:r>
            <a:r>
              <a:rPr lang="en-IN" sz="1800" b="1" dirty="0"/>
              <a:t>Video Conference Meeting</a:t>
            </a:r>
            <a:r>
              <a:rPr lang="en-IN" sz="1800" dirty="0"/>
              <a:t> module provides the live virtual classroom environment where faculty, students, and authorized department administrators can participate in online sessions. It supports essential meeting controls such as </a:t>
            </a:r>
            <a:r>
              <a:rPr lang="en-IN" sz="1800" b="1" dirty="0"/>
              <a:t>microphone, camera, participant management, live chat, screen sharing, and class termination</a:t>
            </a:r>
            <a:r>
              <a:rPr lang="en-IN" sz="1800" dirty="0"/>
              <a:t>. During the session, the </a:t>
            </a:r>
            <a:r>
              <a:rPr lang="en-IN" sz="1800" b="1" dirty="0"/>
              <a:t>AI Proctor</a:t>
            </a:r>
            <a:r>
              <a:rPr lang="en-IN" sz="1800" dirty="0"/>
              <a:t> operates alongside the meeting to monitor student presence, activity, and classroom </a:t>
            </a:r>
            <a:r>
              <a:rPr lang="en-IN" sz="1800" dirty="0" err="1"/>
              <a:t>behavior</a:t>
            </a:r>
            <a:r>
              <a:rPr lang="en-IN" sz="1800" dirty="0"/>
              <a:t> while keeping camera-monitoring status visible for transparency. Faculty can view online participants, manage student interactions, and receive monitoring indicators or alerts during the class. This module acts as the main real-time environment where </a:t>
            </a:r>
            <a:r>
              <a:rPr lang="en-IN" sz="1800" dirty="0" err="1"/>
              <a:t>EngageTrack’s</a:t>
            </a:r>
            <a:r>
              <a:rPr lang="en-IN" sz="1800" dirty="0"/>
              <a:t> </a:t>
            </a:r>
            <a:r>
              <a:rPr lang="en-IN" sz="1800" b="1" dirty="0"/>
              <a:t>attendance, engagement, and integrity monitoring</a:t>
            </a:r>
            <a:r>
              <a:rPr lang="en-IN" sz="1800" dirty="0"/>
              <a:t> capabilities are applied.</a:t>
            </a:r>
          </a:p>
          <a:p>
            <a:pPr marL="0" indent="0" algn="just">
              <a:buNone/>
            </a:pPr>
            <a:endParaRPr lang="en-US" sz="1800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1BF4770-5F38-46E2-8D6E-FD2BD78A0E98}"/>
              </a:ext>
            </a:extLst>
          </p:cNvPr>
          <p:cNvSpPr/>
          <p:nvPr/>
        </p:nvSpPr>
        <p:spPr>
          <a:xfrm>
            <a:off x="85343" y="70103"/>
            <a:ext cx="12018010" cy="6693534"/>
          </a:xfrm>
          <a:custGeom>
            <a:avLst/>
            <a:gdLst/>
            <a:ahLst/>
            <a:cxnLst/>
            <a:rect l="l" t="t" r="r" b="b"/>
            <a:pathLst>
              <a:path w="12018010" h="6693534">
                <a:moveTo>
                  <a:pt x="0" y="329946"/>
                </a:moveTo>
                <a:lnTo>
                  <a:pt x="4770" y="281177"/>
                </a:lnTo>
                <a:lnTo>
                  <a:pt x="18624" y="234696"/>
                </a:lnTo>
                <a:lnTo>
                  <a:pt x="40887" y="190880"/>
                </a:lnTo>
                <a:lnTo>
                  <a:pt x="70878" y="150241"/>
                </a:lnTo>
                <a:lnTo>
                  <a:pt x="107911" y="113411"/>
                </a:lnTo>
                <a:lnTo>
                  <a:pt x="151295" y="80899"/>
                </a:lnTo>
                <a:lnTo>
                  <a:pt x="200380" y="53213"/>
                </a:lnTo>
                <a:lnTo>
                  <a:pt x="254457" y="30606"/>
                </a:lnTo>
                <a:lnTo>
                  <a:pt x="312864" y="13970"/>
                </a:lnTo>
                <a:lnTo>
                  <a:pt x="374916" y="3555"/>
                </a:lnTo>
                <a:lnTo>
                  <a:pt x="439915" y="0"/>
                </a:lnTo>
                <a:lnTo>
                  <a:pt x="11577955" y="0"/>
                </a:lnTo>
                <a:lnTo>
                  <a:pt x="11642979" y="3555"/>
                </a:lnTo>
                <a:lnTo>
                  <a:pt x="11705082" y="13970"/>
                </a:lnTo>
                <a:lnTo>
                  <a:pt x="11763502" y="30606"/>
                </a:lnTo>
                <a:lnTo>
                  <a:pt x="11817604" y="53213"/>
                </a:lnTo>
                <a:lnTo>
                  <a:pt x="11866626" y="80899"/>
                </a:lnTo>
                <a:lnTo>
                  <a:pt x="11910060" y="113411"/>
                </a:lnTo>
                <a:lnTo>
                  <a:pt x="11947016" y="150241"/>
                </a:lnTo>
                <a:lnTo>
                  <a:pt x="11976989" y="190880"/>
                </a:lnTo>
                <a:lnTo>
                  <a:pt x="11999341" y="234696"/>
                </a:lnTo>
                <a:lnTo>
                  <a:pt x="12013184" y="281177"/>
                </a:lnTo>
                <a:lnTo>
                  <a:pt x="12017883" y="329946"/>
                </a:lnTo>
                <a:lnTo>
                  <a:pt x="12017883" y="6363360"/>
                </a:lnTo>
                <a:lnTo>
                  <a:pt x="12013184" y="6412115"/>
                </a:lnTo>
                <a:lnTo>
                  <a:pt x="11999341" y="6458648"/>
                </a:lnTo>
                <a:lnTo>
                  <a:pt x="11976989" y="6502450"/>
                </a:lnTo>
                <a:lnTo>
                  <a:pt x="11947016" y="6543001"/>
                </a:lnTo>
                <a:lnTo>
                  <a:pt x="11910060" y="6579806"/>
                </a:lnTo>
                <a:lnTo>
                  <a:pt x="11866626" y="6612356"/>
                </a:lnTo>
                <a:lnTo>
                  <a:pt x="11817604" y="6640131"/>
                </a:lnTo>
                <a:lnTo>
                  <a:pt x="11763502" y="6662615"/>
                </a:lnTo>
                <a:lnTo>
                  <a:pt x="11705082" y="6679312"/>
                </a:lnTo>
                <a:lnTo>
                  <a:pt x="11642979" y="6689702"/>
                </a:lnTo>
                <a:lnTo>
                  <a:pt x="11577955" y="6693279"/>
                </a:lnTo>
                <a:lnTo>
                  <a:pt x="439915" y="6693279"/>
                </a:lnTo>
                <a:lnTo>
                  <a:pt x="374916" y="6689702"/>
                </a:lnTo>
                <a:lnTo>
                  <a:pt x="312864" y="6679312"/>
                </a:lnTo>
                <a:lnTo>
                  <a:pt x="254457" y="6662615"/>
                </a:lnTo>
                <a:lnTo>
                  <a:pt x="200380" y="6640131"/>
                </a:lnTo>
                <a:lnTo>
                  <a:pt x="151295" y="6612356"/>
                </a:lnTo>
                <a:lnTo>
                  <a:pt x="107911" y="6579806"/>
                </a:lnTo>
                <a:lnTo>
                  <a:pt x="70878" y="6543001"/>
                </a:lnTo>
                <a:lnTo>
                  <a:pt x="40887" y="6502450"/>
                </a:lnTo>
                <a:lnTo>
                  <a:pt x="18624" y="6458648"/>
                </a:lnTo>
                <a:lnTo>
                  <a:pt x="4770" y="6412115"/>
                </a:lnTo>
                <a:lnTo>
                  <a:pt x="0" y="6363360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D987D-C450-D63E-1600-8CAFA4F4C52A}"/>
              </a:ext>
            </a:extLst>
          </p:cNvPr>
          <p:cNvSpPr txBox="1"/>
          <p:nvPr/>
        </p:nvSpPr>
        <p:spPr>
          <a:xfrm>
            <a:off x="335280" y="2203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Video Conference/Meeting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F5CA8F-C928-4BC9-937B-21CCF064D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324" y="866726"/>
            <a:ext cx="6652433" cy="3400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7158E-C48A-8D27-D21B-553842A2C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41" y="866726"/>
            <a:ext cx="5128385" cy="340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80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12035" y="70103"/>
            <a:ext cx="1176793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1"/>
                </a:lnTo>
                <a:lnTo>
                  <a:pt x="8959784" y="6543130"/>
                </a:lnTo>
                <a:lnTo>
                  <a:pt x="8932012" y="6579937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2"/>
                </a:lnTo>
                <a:lnTo>
                  <a:pt x="8778290" y="6679438"/>
                </a:lnTo>
                <a:lnTo>
                  <a:pt x="8731751" y="6689829"/>
                </a:lnTo>
                <a:lnTo>
                  <a:pt x="8682990" y="6693406"/>
                </a:lnTo>
                <a:lnTo>
                  <a:pt x="329920" y="6693406"/>
                </a:lnTo>
                <a:lnTo>
                  <a:pt x="281168" y="6689829"/>
                </a:lnTo>
                <a:lnTo>
                  <a:pt x="234636" y="6679438"/>
                </a:lnTo>
                <a:lnTo>
                  <a:pt x="190835" y="6662742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7"/>
                </a:lnTo>
                <a:lnTo>
                  <a:pt x="53153" y="6543130"/>
                </a:lnTo>
                <a:lnTo>
                  <a:pt x="30664" y="6502571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33800" y="2438400"/>
            <a:ext cx="4930140" cy="134874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12700">
              <a:lnSpc>
                <a:spcPct val="100000"/>
              </a:lnSpc>
            </a:pPr>
            <a:endParaRPr sz="8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BA49003B-7230-3AD7-5606-69538A9164A1}"/>
              </a:ext>
            </a:extLst>
          </p:cNvPr>
          <p:cNvSpPr/>
          <p:nvPr/>
        </p:nvSpPr>
        <p:spPr>
          <a:xfrm>
            <a:off x="2381913" y="1310640"/>
            <a:ext cx="7874000" cy="3749040"/>
          </a:xfrm>
          <a:prstGeom prst="round2DiagRect">
            <a:avLst/>
          </a:prstGeom>
          <a:solidFill>
            <a:srgbClr val="92D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spc="-5" dirty="0">
                <a:solidFill>
                  <a:srgbClr val="FF0000"/>
                </a:solidFill>
                <a:latin typeface="Times New Roman"/>
                <a:cs typeface="Times New Roman"/>
              </a:rPr>
              <a:t>Thank</a:t>
            </a:r>
            <a:r>
              <a:rPr lang="en-IN" sz="9600" spc="-4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9600" spc="-295" dirty="0">
                <a:solidFill>
                  <a:srgbClr val="FF0000"/>
                </a:solidFill>
                <a:latin typeface="Times New Roman"/>
                <a:cs typeface="Times New Roman"/>
              </a:rPr>
              <a:t>You</a:t>
            </a:r>
            <a:endParaRPr lang="en-IN" sz="9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5056</Words>
  <Application>Microsoft Office PowerPoint</Application>
  <PresentationFormat>Widescreen</PresentationFormat>
  <Paragraphs>431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Cascadia Code Light</vt:lpstr>
      <vt:lpstr>Times New Roman</vt:lpstr>
      <vt:lpstr>Office Theme</vt:lpstr>
      <vt:lpstr>EngageTrack Multi-Agents for Presence Recognition &amp; Intelligent Monitoring LMS </vt:lpstr>
      <vt:lpstr>PowerPoint Presentation</vt:lpstr>
      <vt:lpstr>1. Introduction</vt:lpstr>
      <vt:lpstr>1. Introduction</vt:lpstr>
      <vt:lpstr>2. System Analysis</vt:lpstr>
      <vt:lpstr>2. System Analysis</vt:lpstr>
      <vt:lpstr>2. System Analysis</vt:lpstr>
      <vt:lpstr>3. Architectural Design</vt:lpstr>
      <vt:lpstr>3. Architectural Design</vt:lpstr>
      <vt:lpstr>3. Architectural Design</vt:lpstr>
      <vt:lpstr>Architectural Diagram:</vt:lpstr>
      <vt:lpstr>3. Architectural Design</vt:lpstr>
      <vt:lpstr>Data Flow Diagram:</vt:lpstr>
      <vt:lpstr>3. Architectural Design</vt:lpstr>
      <vt:lpstr>Class Diagram:</vt:lpstr>
      <vt:lpstr>3. Architectural Design</vt:lpstr>
      <vt:lpstr>Use Case Diagram:</vt:lpstr>
      <vt:lpstr>3. Architectural Design</vt:lpstr>
      <vt:lpstr>Sequence Diagram:</vt:lpstr>
      <vt:lpstr>3. Architectural Design</vt:lpstr>
      <vt:lpstr>Activity Diagram:</vt:lpstr>
      <vt:lpstr>Technologies</vt:lpstr>
      <vt:lpstr>4. Implementation and Testing</vt:lpstr>
      <vt:lpstr>PowerPoint Presentation</vt:lpstr>
      <vt:lpstr>PowerPoint Presentation</vt:lpstr>
      <vt:lpstr>PowerPoint Presentation</vt:lpstr>
      <vt:lpstr>4. Implementation and Testing</vt:lpstr>
      <vt:lpstr>PowerPoint Presentation</vt:lpstr>
      <vt:lpstr>4. Implementation and Testing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VAULT</dc:title>
  <dc:creator>MRUH</dc:creator>
  <cp:lastModifiedBy>Etikala Vivek Reddy</cp:lastModifiedBy>
  <cp:revision>161</cp:revision>
  <dcterms:created xsi:type="dcterms:W3CDTF">2024-02-28T18:45:54Z</dcterms:created>
  <dcterms:modified xsi:type="dcterms:W3CDTF">2026-07-26T18:44:29Z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c3bc96b50126489cac4635313cb49982</vt:lpwstr>
  </property>
</Properties>
</file>